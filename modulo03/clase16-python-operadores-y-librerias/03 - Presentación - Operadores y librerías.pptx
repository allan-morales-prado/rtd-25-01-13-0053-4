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Roboto"/>
      <p:regular r:id="rId33"/>
      <p:bold r:id="rId34"/>
      <p:italic r:id="rId35"/>
      <p:boldItalic r:id="rId36"/>
    </p:embeddedFont>
    <p:embeddedFont>
      <p:font typeface="Roboto Mon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36FDE80-5B39-49F7-90EE-5E78116612E9}">
  <a:tblStyle styleId="{936FDE80-5B39-49F7-90EE-5E78116612E9}"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italic.fntdata"/><Relationship Id="rId12" Type="http://schemas.openxmlformats.org/officeDocument/2006/relationships/slide" Target="slides/slide6.xml"/><Relationship Id="rId34" Type="http://schemas.openxmlformats.org/officeDocument/2006/relationships/font" Target="fonts/Roboto-bold.fntdata"/><Relationship Id="rId15" Type="http://schemas.openxmlformats.org/officeDocument/2006/relationships/slide" Target="slides/slide9.xml"/><Relationship Id="rId37" Type="http://schemas.openxmlformats.org/officeDocument/2006/relationships/font" Target="fonts/RobotoMono-regular.fntdata"/><Relationship Id="rId14" Type="http://schemas.openxmlformats.org/officeDocument/2006/relationships/slide" Target="slides/slide8.xml"/><Relationship Id="rId36" Type="http://schemas.openxmlformats.org/officeDocument/2006/relationships/font" Target="fonts/Roboto-boldItalic.fntdata"/><Relationship Id="rId17" Type="http://schemas.openxmlformats.org/officeDocument/2006/relationships/slide" Target="slides/slide11.xml"/><Relationship Id="rId39" Type="http://schemas.openxmlformats.org/officeDocument/2006/relationships/font" Target="fonts/RobotoMono-italic.fntdata"/><Relationship Id="rId16" Type="http://schemas.openxmlformats.org/officeDocument/2006/relationships/slide" Target="slides/slide10.xml"/><Relationship Id="rId38" Type="http://schemas.openxmlformats.org/officeDocument/2006/relationships/font" Target="fonts/RobotoMono-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45db271ce3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45db271ce3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a:solidFill>
                  <a:schemeClr val="accent1"/>
                </a:solidFill>
              </a:rPr>
              <a:t>SLIDE COLOR CELESTE</a:t>
            </a:r>
            <a:r>
              <a:rPr lang="es-419"/>
              <a:t>: secuencia didáctica "Inicio"</a:t>
            </a:r>
            <a:endParaRPr/>
          </a:p>
          <a:p>
            <a:pPr indent="0" lvl="0" marL="0" rtl="0" algn="l">
              <a:spcBef>
                <a:spcPts val="0"/>
              </a:spcBef>
              <a:spcAft>
                <a:spcPts val="0"/>
              </a:spcAft>
              <a:buNone/>
            </a:pPr>
            <a:r>
              <a:rPr b="1" lang="es-419">
                <a:solidFill>
                  <a:schemeClr val="accent2"/>
                </a:solidFill>
              </a:rPr>
              <a:t>SLIDE COLOR VERDE</a:t>
            </a:r>
            <a:r>
              <a:rPr lang="es-419"/>
              <a:t>: secuencia didáctica "Desarrollo"</a:t>
            </a:r>
            <a:endParaRPr/>
          </a:p>
          <a:p>
            <a:pPr indent="0" lvl="0" marL="0" rtl="0" algn="l">
              <a:spcBef>
                <a:spcPts val="0"/>
              </a:spcBef>
              <a:spcAft>
                <a:spcPts val="0"/>
              </a:spcAft>
              <a:buNone/>
            </a:pPr>
            <a:r>
              <a:rPr b="1" lang="es-419">
                <a:solidFill>
                  <a:srgbClr val="F1C232"/>
                </a:solidFill>
              </a:rPr>
              <a:t>SLIDE COLOR AMARILLO</a:t>
            </a:r>
            <a:r>
              <a:rPr lang="es-419"/>
              <a:t>: secuencia didáctica "Cierre"</a:t>
            </a:r>
            <a:endParaRPr/>
          </a:p>
          <a:p>
            <a:pPr indent="0" lvl="0" marL="0" rtl="0" algn="l">
              <a:spcBef>
                <a:spcPts val="0"/>
              </a:spcBef>
              <a:spcAft>
                <a:spcPts val="0"/>
              </a:spcAft>
              <a:buNone/>
            </a:pPr>
            <a:r>
              <a:rPr b="1" lang="es-419">
                <a:solidFill>
                  <a:schemeClr val="accent3"/>
                </a:solidFill>
              </a:rPr>
              <a:t>SLIDE COLOR NARANJO</a:t>
            </a:r>
            <a:r>
              <a:rPr lang="es-419"/>
              <a:t>: utilizar para ranking o break.</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695a91ea6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695a91ea6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rgbClr val="434343"/>
              </a:solidFill>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45db271ce3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45db271ce3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500">
              <a:solidFill>
                <a:srgbClr val="434343"/>
              </a:solidFill>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45db271ce3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45db271ce3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76d0616e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76d0616e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76d0616e3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76d0616e3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76d0616e3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76d0616e3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76d0616e3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76d0616e3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Veamos una tabla simplificada de precedencia. </a:t>
            </a:r>
            <a:endParaRPr/>
          </a:p>
          <a:p>
            <a:pPr indent="0" lvl="0" marL="0" rtl="0" algn="l">
              <a:spcBef>
                <a:spcPts val="0"/>
              </a:spcBef>
              <a:spcAft>
                <a:spcPts val="0"/>
              </a:spcAft>
              <a:buNone/>
            </a:pPr>
            <a:r>
              <a:rPr lang="es-419"/>
              <a:t>Esta tabla está ordenada de mayor a menor prioridad, esto quiere decir que la operación de exponenciación tiene mayor precedencia que la suma.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76d0616e39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76d0616e39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76d0616e39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76d0616e39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76d0616e39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76d0616e39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Si bien hoy en día Python es conocido como uno de los lenguajes más versátiles que hay, esto no es porque sea un lenguaje extremadamente completo que tenga la habilidad de hacer todo. Es más, Python es un lenguaje bastante básico que contiene las instrucciones justas y necesarias. Entonces, ¿cómo es que se habla de que podemos hacer Desarrollo Web y Redes Neuronales si es tan básico? Bueno, es gracias a sus librerías o módulos.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8edb100a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8edb100a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Mencione a los estudiantes que los alias pueden ser arbitrarios, pero se suelen respetar nombres comunes para ayudar al trabajo colaborativo</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76d0616e39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76d0616e39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76d0616e39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76d0616e39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76d0616e39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76d0616e39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76d0616e39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76d0616e39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76d0616e39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76d0616e39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76d0616e39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76d0616e39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76d0616e39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76d0616e39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76d0616e39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76d0616e39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76d0616e39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76d0616e39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76d0616e39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176d0616e39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76d0616e39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176d0616e39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45db271ce3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45db271ce3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45db271ce3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45db271ce3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45db271ce3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45db271ce3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4.png"/></Relationships>
</file>

<file path=ppt/slideLayouts/_rels/slideLayout21.xml.rels><?xml version="1.0" encoding="UTF-8" standalone="yes"?><Relationships xmlns="http://schemas.openxmlformats.org/package/2006/relationships"><Relationship Id="rId11" Type="http://schemas.openxmlformats.org/officeDocument/2006/relationships/hyperlink" Target="https://www.instagram.com/desafiolatam/" TargetMode="External"/><Relationship Id="rId10" Type="http://schemas.openxmlformats.org/officeDocument/2006/relationships/image" Target="../media/image19.png"/><Relationship Id="rId13" Type="http://schemas.openxmlformats.org/officeDocument/2006/relationships/image" Target="../media/image7.png"/><Relationship Id="rId12" Type="http://schemas.openxmlformats.org/officeDocument/2006/relationships/image" Target="../media/image22.png"/><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hyperlink" Target="https://www.facebook.com/DesafioLatam/" TargetMode="External"/><Relationship Id="rId4" Type="http://schemas.openxmlformats.org/officeDocument/2006/relationships/image" Target="../media/image20.png"/><Relationship Id="rId9" Type="http://schemas.openxmlformats.org/officeDocument/2006/relationships/hyperlink" Target="https://twitter.com/desafiolatam" TargetMode="External"/><Relationship Id="rId15" Type="http://schemas.openxmlformats.org/officeDocument/2006/relationships/image" Target="../media/image16.png"/><Relationship Id="rId14" Type="http://schemas.openxmlformats.org/officeDocument/2006/relationships/hyperlink" Target="https://desafiolatam.com/" TargetMode="External"/><Relationship Id="rId5" Type="http://schemas.openxmlformats.org/officeDocument/2006/relationships/hyperlink" Target="https://www.linkedin.com/school/desafiolatam/" TargetMode="External"/><Relationship Id="rId6" Type="http://schemas.openxmlformats.org/officeDocument/2006/relationships/image" Target="../media/image21.png"/><Relationship Id="rId7" Type="http://schemas.openxmlformats.org/officeDocument/2006/relationships/hyperlink" Target="https://www.youtube.com/channel/UCz0ekVt3TQ65voddo9xVOQw" TargetMode="External"/><Relationship Id="rId8" Type="http://schemas.openxmlformats.org/officeDocument/2006/relationships/image" Target="../media/image1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mt="67000"/>
          </a:blip>
          <a:srcRect b="15640" l="29333" r="0" t="0"/>
          <a:stretch/>
        </p:blipFill>
        <p:spPr>
          <a:xfrm rot="-5400000">
            <a:off x="-375800" y="299600"/>
            <a:ext cx="4128650" cy="3377051"/>
          </a:xfrm>
          <a:prstGeom prst="rect">
            <a:avLst/>
          </a:prstGeom>
          <a:noFill/>
          <a:ln>
            <a:noFill/>
          </a:ln>
        </p:spPr>
      </p:pic>
      <p:sp>
        <p:nvSpPr>
          <p:cNvPr id="10" name="Google Shape;10;p2"/>
          <p:cNvSpPr txBox="1"/>
          <p:nvPr>
            <p:ph type="title"/>
          </p:nvPr>
        </p:nvSpPr>
        <p:spPr>
          <a:xfrm>
            <a:off x="1420050" y="1455600"/>
            <a:ext cx="6303900" cy="1541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1pPr>
            <a:lvl2pPr lvl="1" algn="ctr">
              <a:lnSpc>
                <a:spcPct val="100000"/>
              </a:lnSpc>
              <a:spcBef>
                <a:spcPts val="0"/>
              </a:spcBef>
              <a:spcAft>
                <a:spcPts val="0"/>
              </a:spcAft>
              <a:buClr>
                <a:schemeClr val="accent3"/>
              </a:buClr>
              <a:buSzPts val="2800"/>
              <a:buNone/>
              <a:defRPr>
                <a:solidFill>
                  <a:schemeClr val="accent3"/>
                </a:solidFill>
              </a:defRPr>
            </a:lvl2pPr>
            <a:lvl3pPr lvl="2" algn="ctr">
              <a:lnSpc>
                <a:spcPct val="100000"/>
              </a:lnSpc>
              <a:spcBef>
                <a:spcPts val="0"/>
              </a:spcBef>
              <a:spcAft>
                <a:spcPts val="0"/>
              </a:spcAft>
              <a:buClr>
                <a:schemeClr val="accent3"/>
              </a:buClr>
              <a:buSzPts val="2800"/>
              <a:buNone/>
              <a:defRPr>
                <a:solidFill>
                  <a:schemeClr val="accent3"/>
                </a:solidFill>
              </a:defRPr>
            </a:lvl3pPr>
            <a:lvl4pPr lvl="3" algn="ctr">
              <a:lnSpc>
                <a:spcPct val="100000"/>
              </a:lnSpc>
              <a:spcBef>
                <a:spcPts val="0"/>
              </a:spcBef>
              <a:spcAft>
                <a:spcPts val="0"/>
              </a:spcAft>
              <a:buClr>
                <a:schemeClr val="accent3"/>
              </a:buClr>
              <a:buSzPts val="2800"/>
              <a:buNone/>
              <a:defRPr>
                <a:solidFill>
                  <a:schemeClr val="accent3"/>
                </a:solidFill>
              </a:defRPr>
            </a:lvl4pPr>
            <a:lvl5pPr lvl="4" algn="ctr">
              <a:lnSpc>
                <a:spcPct val="100000"/>
              </a:lnSpc>
              <a:spcBef>
                <a:spcPts val="0"/>
              </a:spcBef>
              <a:spcAft>
                <a:spcPts val="0"/>
              </a:spcAft>
              <a:buClr>
                <a:schemeClr val="accent3"/>
              </a:buClr>
              <a:buSzPts val="2800"/>
              <a:buNone/>
              <a:defRPr>
                <a:solidFill>
                  <a:schemeClr val="accent3"/>
                </a:solidFill>
              </a:defRPr>
            </a:lvl5pPr>
            <a:lvl6pPr lvl="5" algn="ctr">
              <a:lnSpc>
                <a:spcPct val="100000"/>
              </a:lnSpc>
              <a:spcBef>
                <a:spcPts val="0"/>
              </a:spcBef>
              <a:spcAft>
                <a:spcPts val="0"/>
              </a:spcAft>
              <a:buClr>
                <a:schemeClr val="accent3"/>
              </a:buClr>
              <a:buSzPts val="2800"/>
              <a:buNone/>
              <a:defRPr>
                <a:solidFill>
                  <a:schemeClr val="accent3"/>
                </a:solidFill>
              </a:defRPr>
            </a:lvl6pPr>
            <a:lvl7pPr lvl="6" algn="ctr">
              <a:lnSpc>
                <a:spcPct val="100000"/>
              </a:lnSpc>
              <a:spcBef>
                <a:spcPts val="0"/>
              </a:spcBef>
              <a:spcAft>
                <a:spcPts val="0"/>
              </a:spcAft>
              <a:buClr>
                <a:schemeClr val="accent3"/>
              </a:buClr>
              <a:buSzPts val="2800"/>
              <a:buNone/>
              <a:defRPr>
                <a:solidFill>
                  <a:schemeClr val="accent3"/>
                </a:solidFill>
              </a:defRPr>
            </a:lvl7pPr>
            <a:lvl8pPr lvl="7" algn="ctr">
              <a:lnSpc>
                <a:spcPct val="100000"/>
              </a:lnSpc>
              <a:spcBef>
                <a:spcPts val="0"/>
              </a:spcBef>
              <a:spcAft>
                <a:spcPts val="0"/>
              </a:spcAft>
              <a:buClr>
                <a:schemeClr val="accent3"/>
              </a:buClr>
              <a:buSzPts val="2800"/>
              <a:buNone/>
              <a:defRPr>
                <a:solidFill>
                  <a:schemeClr val="accent3"/>
                </a:solidFill>
              </a:defRPr>
            </a:lvl8pPr>
            <a:lvl9pPr lvl="8" algn="ctr">
              <a:lnSpc>
                <a:spcPct val="100000"/>
              </a:lnSpc>
              <a:spcBef>
                <a:spcPts val="0"/>
              </a:spcBef>
              <a:spcAft>
                <a:spcPts val="0"/>
              </a:spcAft>
              <a:buClr>
                <a:schemeClr val="accent3"/>
              </a:buClr>
              <a:buSzPts val="2800"/>
              <a:buNone/>
              <a:defRPr>
                <a:solidFill>
                  <a:schemeClr val="accent3"/>
                </a:solidFill>
              </a:defRPr>
            </a:lvl9pPr>
          </a:lstStyle>
          <a:p/>
        </p:txBody>
      </p:sp>
      <p:sp>
        <p:nvSpPr>
          <p:cNvPr id="11" name="Google Shape;11;p2"/>
          <p:cNvSpPr txBox="1"/>
          <p:nvPr>
            <p:ph idx="2" type="title"/>
          </p:nvPr>
        </p:nvSpPr>
        <p:spPr>
          <a:xfrm>
            <a:off x="1420050" y="2903400"/>
            <a:ext cx="6303900" cy="784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2"/>
              </a:buClr>
              <a:buSzPts val="1800"/>
              <a:buFont typeface="Roboto"/>
              <a:buNone/>
              <a:defRPr b="1" sz="1800">
                <a:solidFill>
                  <a:schemeClr val="dk2"/>
                </a:solidFill>
                <a:latin typeface="Roboto"/>
                <a:ea typeface="Roboto"/>
                <a:cs typeface="Roboto"/>
                <a:sym typeface="Roboto"/>
              </a:defRPr>
            </a:lvl1pPr>
            <a:lvl2pPr lvl="1"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2pPr>
            <a:lvl3pPr lvl="2"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3pPr>
            <a:lvl4pPr lvl="3"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4pPr>
            <a:lvl5pPr lvl="4"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5pPr>
            <a:lvl6pPr lvl="5"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6pPr>
            <a:lvl7pPr lvl="6"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7pPr>
            <a:lvl8pPr lvl="7"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8pPr>
            <a:lvl9pPr lvl="8"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9pPr>
          </a:lstStyle>
          <a:p/>
        </p:txBody>
      </p:sp>
      <p:pic>
        <p:nvPicPr>
          <p:cNvPr id="12" name="Google Shape;12;p2"/>
          <p:cNvPicPr preferRelativeResize="0"/>
          <p:nvPr/>
        </p:nvPicPr>
        <p:blipFill rotWithShape="1">
          <a:blip r:embed="rId2">
            <a:alphaModFix amt="67000"/>
          </a:blip>
          <a:srcRect b="15640" l="29333" r="0" t="0"/>
          <a:stretch/>
        </p:blipFill>
        <p:spPr>
          <a:xfrm rot="5400000">
            <a:off x="5391149" y="1466874"/>
            <a:ext cx="4128650" cy="3377051"/>
          </a:xfrm>
          <a:prstGeom prst="rect">
            <a:avLst/>
          </a:prstGeom>
          <a:noFill/>
          <a:ln>
            <a:noFill/>
          </a:ln>
        </p:spPr>
      </p:pic>
      <p:pic>
        <p:nvPicPr>
          <p:cNvPr id="13" name="Google Shape;13;p2"/>
          <p:cNvPicPr preferRelativeResize="0"/>
          <p:nvPr/>
        </p:nvPicPr>
        <p:blipFill>
          <a:blip r:embed="rId3">
            <a:alphaModFix/>
          </a:blip>
          <a:stretch>
            <a:fillRect/>
          </a:stretch>
        </p:blipFill>
        <p:spPr>
          <a:xfrm>
            <a:off x="123950" y="4356388"/>
            <a:ext cx="1222874" cy="6548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icio: Mapa">
  <p:cSld name="CUSTOM_3_1">
    <p:spTree>
      <p:nvGrpSpPr>
        <p:cNvPr id="14" name="Shape 14"/>
        <p:cNvGrpSpPr/>
        <p:nvPr/>
      </p:nvGrpSpPr>
      <p:grpSpPr>
        <a:xfrm>
          <a:off x="0" y="0"/>
          <a:ext cx="0" cy="0"/>
          <a:chOff x="0" y="0"/>
          <a:chExt cx="0" cy="0"/>
        </a:xfrm>
      </p:grpSpPr>
      <p:pic>
        <p:nvPicPr>
          <p:cNvPr id="15" name="Google Shape;15;p3"/>
          <p:cNvPicPr preferRelativeResize="0"/>
          <p:nvPr/>
        </p:nvPicPr>
        <p:blipFill rotWithShape="1">
          <a:blip r:embed="rId2">
            <a:alphaModFix amt="67000"/>
          </a:blip>
          <a:srcRect b="15640" l="29333" r="0" t="0"/>
          <a:stretch/>
        </p:blipFill>
        <p:spPr>
          <a:xfrm rot="5400000">
            <a:off x="6000749" y="2000274"/>
            <a:ext cx="4128650" cy="3377051"/>
          </a:xfrm>
          <a:prstGeom prst="rect">
            <a:avLst/>
          </a:prstGeom>
          <a:noFill/>
          <a:ln>
            <a:noFill/>
          </a:ln>
        </p:spPr>
      </p:pic>
      <p:sp>
        <p:nvSpPr>
          <p:cNvPr id="16" name="Google Shape;16;p3"/>
          <p:cNvSpPr txBox="1"/>
          <p:nvPr>
            <p:ph type="title"/>
          </p:nvPr>
        </p:nvSpPr>
        <p:spPr>
          <a:xfrm>
            <a:off x="277050" y="328825"/>
            <a:ext cx="8563800" cy="5889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Clr>
                <a:schemeClr val="accent3"/>
              </a:buClr>
              <a:buSzPts val="2800"/>
              <a:buFont typeface="Roboto"/>
              <a:buNone/>
              <a:defRPr b="1">
                <a:solidFill>
                  <a:schemeClr val="accent3"/>
                </a:solidFill>
                <a:latin typeface="Roboto"/>
                <a:ea typeface="Roboto"/>
                <a:cs typeface="Roboto"/>
                <a:sym typeface="Roboto"/>
              </a:defRPr>
            </a:lvl1pPr>
            <a:lvl2pPr lvl="1" rtl="0" algn="l">
              <a:lnSpc>
                <a:spcPct val="100000"/>
              </a:lnSpc>
              <a:spcBef>
                <a:spcPts val="0"/>
              </a:spcBef>
              <a:spcAft>
                <a:spcPts val="0"/>
              </a:spcAft>
              <a:buClr>
                <a:schemeClr val="accent3"/>
              </a:buClr>
              <a:buSzPts val="2800"/>
              <a:buNone/>
              <a:defRPr>
                <a:solidFill>
                  <a:schemeClr val="accent3"/>
                </a:solidFill>
              </a:defRPr>
            </a:lvl2pPr>
            <a:lvl3pPr lvl="2" rtl="0" algn="l">
              <a:lnSpc>
                <a:spcPct val="100000"/>
              </a:lnSpc>
              <a:spcBef>
                <a:spcPts val="0"/>
              </a:spcBef>
              <a:spcAft>
                <a:spcPts val="0"/>
              </a:spcAft>
              <a:buClr>
                <a:schemeClr val="accent3"/>
              </a:buClr>
              <a:buSzPts val="2800"/>
              <a:buNone/>
              <a:defRPr>
                <a:solidFill>
                  <a:schemeClr val="accent3"/>
                </a:solidFill>
              </a:defRPr>
            </a:lvl3pPr>
            <a:lvl4pPr lvl="3" rtl="0" algn="l">
              <a:lnSpc>
                <a:spcPct val="100000"/>
              </a:lnSpc>
              <a:spcBef>
                <a:spcPts val="0"/>
              </a:spcBef>
              <a:spcAft>
                <a:spcPts val="0"/>
              </a:spcAft>
              <a:buClr>
                <a:schemeClr val="accent3"/>
              </a:buClr>
              <a:buSzPts val="2800"/>
              <a:buNone/>
              <a:defRPr>
                <a:solidFill>
                  <a:schemeClr val="accent3"/>
                </a:solidFill>
              </a:defRPr>
            </a:lvl4pPr>
            <a:lvl5pPr lvl="4" rtl="0" algn="l">
              <a:lnSpc>
                <a:spcPct val="100000"/>
              </a:lnSpc>
              <a:spcBef>
                <a:spcPts val="0"/>
              </a:spcBef>
              <a:spcAft>
                <a:spcPts val="0"/>
              </a:spcAft>
              <a:buClr>
                <a:schemeClr val="accent3"/>
              </a:buClr>
              <a:buSzPts val="2800"/>
              <a:buNone/>
              <a:defRPr>
                <a:solidFill>
                  <a:schemeClr val="accent3"/>
                </a:solidFill>
              </a:defRPr>
            </a:lvl5pPr>
            <a:lvl6pPr lvl="5" rtl="0" algn="l">
              <a:lnSpc>
                <a:spcPct val="100000"/>
              </a:lnSpc>
              <a:spcBef>
                <a:spcPts val="0"/>
              </a:spcBef>
              <a:spcAft>
                <a:spcPts val="0"/>
              </a:spcAft>
              <a:buClr>
                <a:schemeClr val="accent3"/>
              </a:buClr>
              <a:buSzPts val="2800"/>
              <a:buNone/>
              <a:defRPr>
                <a:solidFill>
                  <a:schemeClr val="accent3"/>
                </a:solidFill>
              </a:defRPr>
            </a:lvl6pPr>
            <a:lvl7pPr lvl="6" rtl="0" algn="l">
              <a:lnSpc>
                <a:spcPct val="100000"/>
              </a:lnSpc>
              <a:spcBef>
                <a:spcPts val="0"/>
              </a:spcBef>
              <a:spcAft>
                <a:spcPts val="0"/>
              </a:spcAft>
              <a:buClr>
                <a:schemeClr val="accent3"/>
              </a:buClr>
              <a:buSzPts val="2800"/>
              <a:buNone/>
              <a:defRPr>
                <a:solidFill>
                  <a:schemeClr val="accent3"/>
                </a:solidFill>
              </a:defRPr>
            </a:lvl7pPr>
            <a:lvl8pPr lvl="7" rtl="0" algn="l">
              <a:lnSpc>
                <a:spcPct val="100000"/>
              </a:lnSpc>
              <a:spcBef>
                <a:spcPts val="0"/>
              </a:spcBef>
              <a:spcAft>
                <a:spcPts val="0"/>
              </a:spcAft>
              <a:buClr>
                <a:schemeClr val="accent3"/>
              </a:buClr>
              <a:buSzPts val="2800"/>
              <a:buNone/>
              <a:defRPr>
                <a:solidFill>
                  <a:schemeClr val="accent3"/>
                </a:solidFill>
              </a:defRPr>
            </a:lvl8pPr>
            <a:lvl9pPr lvl="8" rtl="0" algn="l">
              <a:lnSpc>
                <a:spcPct val="100000"/>
              </a:lnSpc>
              <a:spcBef>
                <a:spcPts val="0"/>
              </a:spcBef>
              <a:spcAft>
                <a:spcPts val="0"/>
              </a:spcAft>
              <a:buClr>
                <a:schemeClr val="accent3"/>
              </a:buClr>
              <a:buSzPts val="2800"/>
              <a:buNone/>
              <a:defRPr>
                <a:solidFill>
                  <a:schemeClr val="accent3"/>
                </a:solidFill>
              </a:defRPr>
            </a:lvl9pPr>
          </a:lstStyle>
          <a:p/>
        </p:txBody>
      </p:sp>
      <p:sp>
        <p:nvSpPr>
          <p:cNvPr id="17" name="Google Shape;17;p3"/>
          <p:cNvSpPr txBox="1"/>
          <p:nvPr>
            <p:ph idx="2" type="title"/>
          </p:nvPr>
        </p:nvSpPr>
        <p:spPr>
          <a:xfrm>
            <a:off x="277050" y="709825"/>
            <a:ext cx="8563800" cy="588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dk2"/>
              </a:buClr>
              <a:buSzPts val="1800"/>
              <a:buFont typeface="Roboto"/>
              <a:buNone/>
              <a:defRPr i="1" sz="1800">
                <a:solidFill>
                  <a:schemeClr val="dk2"/>
                </a:solidFill>
                <a:latin typeface="Roboto"/>
                <a:ea typeface="Roboto"/>
                <a:cs typeface="Roboto"/>
                <a:sym typeface="Roboto"/>
              </a:defRPr>
            </a:lvl1pPr>
            <a:lvl2pPr lvl="1" rtl="0" algn="l">
              <a:lnSpc>
                <a:spcPct val="100000"/>
              </a:lnSpc>
              <a:spcBef>
                <a:spcPts val="0"/>
              </a:spcBef>
              <a:spcAft>
                <a:spcPts val="0"/>
              </a:spcAft>
              <a:buClr>
                <a:schemeClr val="dk2"/>
              </a:buClr>
              <a:buSzPts val="1800"/>
              <a:buNone/>
              <a:defRPr i="1" sz="1800">
                <a:solidFill>
                  <a:schemeClr val="dk2"/>
                </a:solidFill>
              </a:defRPr>
            </a:lvl2pPr>
            <a:lvl3pPr lvl="2" rtl="0" algn="l">
              <a:lnSpc>
                <a:spcPct val="100000"/>
              </a:lnSpc>
              <a:spcBef>
                <a:spcPts val="0"/>
              </a:spcBef>
              <a:spcAft>
                <a:spcPts val="0"/>
              </a:spcAft>
              <a:buClr>
                <a:schemeClr val="dk2"/>
              </a:buClr>
              <a:buSzPts val="1800"/>
              <a:buNone/>
              <a:defRPr i="1" sz="1800">
                <a:solidFill>
                  <a:schemeClr val="dk2"/>
                </a:solidFill>
              </a:defRPr>
            </a:lvl3pPr>
            <a:lvl4pPr lvl="3" rtl="0" algn="l">
              <a:lnSpc>
                <a:spcPct val="100000"/>
              </a:lnSpc>
              <a:spcBef>
                <a:spcPts val="0"/>
              </a:spcBef>
              <a:spcAft>
                <a:spcPts val="0"/>
              </a:spcAft>
              <a:buClr>
                <a:schemeClr val="dk2"/>
              </a:buClr>
              <a:buSzPts val="1800"/>
              <a:buNone/>
              <a:defRPr i="1" sz="1800">
                <a:solidFill>
                  <a:schemeClr val="dk2"/>
                </a:solidFill>
              </a:defRPr>
            </a:lvl4pPr>
            <a:lvl5pPr lvl="4" rtl="0" algn="l">
              <a:lnSpc>
                <a:spcPct val="100000"/>
              </a:lnSpc>
              <a:spcBef>
                <a:spcPts val="0"/>
              </a:spcBef>
              <a:spcAft>
                <a:spcPts val="0"/>
              </a:spcAft>
              <a:buClr>
                <a:schemeClr val="dk2"/>
              </a:buClr>
              <a:buSzPts val="1800"/>
              <a:buNone/>
              <a:defRPr i="1" sz="1800">
                <a:solidFill>
                  <a:schemeClr val="dk2"/>
                </a:solidFill>
              </a:defRPr>
            </a:lvl5pPr>
            <a:lvl6pPr lvl="5" rtl="0" algn="l">
              <a:lnSpc>
                <a:spcPct val="100000"/>
              </a:lnSpc>
              <a:spcBef>
                <a:spcPts val="0"/>
              </a:spcBef>
              <a:spcAft>
                <a:spcPts val="0"/>
              </a:spcAft>
              <a:buClr>
                <a:schemeClr val="dk2"/>
              </a:buClr>
              <a:buSzPts val="1800"/>
              <a:buNone/>
              <a:defRPr i="1" sz="1800">
                <a:solidFill>
                  <a:schemeClr val="dk2"/>
                </a:solidFill>
              </a:defRPr>
            </a:lvl6pPr>
            <a:lvl7pPr lvl="6" rtl="0" algn="l">
              <a:lnSpc>
                <a:spcPct val="100000"/>
              </a:lnSpc>
              <a:spcBef>
                <a:spcPts val="0"/>
              </a:spcBef>
              <a:spcAft>
                <a:spcPts val="0"/>
              </a:spcAft>
              <a:buClr>
                <a:schemeClr val="dk2"/>
              </a:buClr>
              <a:buSzPts val="1800"/>
              <a:buNone/>
              <a:defRPr i="1" sz="1800">
                <a:solidFill>
                  <a:schemeClr val="dk2"/>
                </a:solidFill>
              </a:defRPr>
            </a:lvl7pPr>
            <a:lvl8pPr lvl="7" rtl="0" algn="l">
              <a:lnSpc>
                <a:spcPct val="100000"/>
              </a:lnSpc>
              <a:spcBef>
                <a:spcPts val="0"/>
              </a:spcBef>
              <a:spcAft>
                <a:spcPts val="0"/>
              </a:spcAft>
              <a:buClr>
                <a:schemeClr val="dk2"/>
              </a:buClr>
              <a:buSzPts val="1800"/>
              <a:buNone/>
              <a:defRPr i="1" sz="1800">
                <a:solidFill>
                  <a:schemeClr val="dk2"/>
                </a:solidFill>
              </a:defRPr>
            </a:lvl8pPr>
            <a:lvl9pPr lvl="8" rtl="0" algn="l">
              <a:lnSpc>
                <a:spcPct val="100000"/>
              </a:lnSpc>
              <a:spcBef>
                <a:spcPts val="0"/>
              </a:spcBef>
              <a:spcAft>
                <a:spcPts val="0"/>
              </a:spcAft>
              <a:buClr>
                <a:schemeClr val="dk2"/>
              </a:buClr>
              <a:buSzPts val="1800"/>
              <a:buNone/>
              <a:defRPr i="1" sz="1800">
                <a:solidFill>
                  <a:schemeClr val="dk2"/>
                </a:solidFill>
              </a:defRPr>
            </a:lvl9pPr>
          </a:lstStyle>
          <a:p/>
        </p:txBody>
      </p:sp>
      <p:sp>
        <p:nvSpPr>
          <p:cNvPr id="18" name="Google Shape;18;p3"/>
          <p:cNvSpPr txBox="1"/>
          <p:nvPr>
            <p:ph idx="1" type="body"/>
          </p:nvPr>
        </p:nvSpPr>
        <p:spPr>
          <a:xfrm>
            <a:off x="355000" y="1433725"/>
            <a:ext cx="8485800" cy="3030600"/>
          </a:xfrm>
          <a:prstGeom prst="rect">
            <a:avLst/>
          </a:prstGeom>
          <a:noFill/>
          <a:ln>
            <a:noFill/>
          </a:ln>
        </p:spPr>
        <p:txBody>
          <a:bodyPr anchorCtr="0" anchor="t" bIns="91425" lIns="91425" spcFirstLastPara="1" rIns="91425" wrap="square" tIns="91425">
            <a:normAutofit/>
          </a:bodyPr>
          <a:lstStyle>
            <a:lvl1pPr indent="-330200" lvl="0" marL="4572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1pPr>
            <a:lvl2pPr indent="-330200" lvl="1" marL="9144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2pPr>
            <a:lvl3pPr indent="-330200" lvl="2" marL="13716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3pPr>
            <a:lvl4pPr indent="-330200" lvl="3" marL="18288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4pPr>
            <a:lvl5pPr indent="-330200" lvl="4" marL="22860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5pPr>
            <a:lvl6pPr indent="-330200" lvl="5" marL="27432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6pPr>
            <a:lvl7pPr indent="-330200" lvl="6" marL="32004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7pPr>
            <a:lvl8pPr indent="-330200" lvl="7" marL="36576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8pPr>
            <a:lvl9pPr indent="-330200" lvl="8" marL="41148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9pPr>
          </a:lstStyle>
          <a:p/>
        </p:txBody>
      </p:sp>
      <p:pic>
        <p:nvPicPr>
          <p:cNvPr id="19" name="Google Shape;19;p3"/>
          <p:cNvPicPr preferRelativeResize="0"/>
          <p:nvPr/>
        </p:nvPicPr>
        <p:blipFill>
          <a:blip r:embed="rId3">
            <a:alphaModFix/>
          </a:blip>
          <a:stretch>
            <a:fillRect/>
          </a:stretch>
        </p:blipFill>
        <p:spPr>
          <a:xfrm>
            <a:off x="123950" y="4356388"/>
            <a:ext cx="1222874" cy="6548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icio: Clase de hoy">
  <p:cSld name="CUSTOM_3_1_2">
    <p:spTree>
      <p:nvGrpSpPr>
        <p:cNvPr id="20" name="Shape 20"/>
        <p:cNvGrpSpPr/>
        <p:nvPr/>
      </p:nvGrpSpPr>
      <p:grpSpPr>
        <a:xfrm>
          <a:off x="0" y="0"/>
          <a:ext cx="0" cy="0"/>
          <a:chOff x="0" y="0"/>
          <a:chExt cx="0" cy="0"/>
        </a:xfrm>
      </p:grpSpPr>
      <p:sp>
        <p:nvSpPr>
          <p:cNvPr id="21" name="Google Shape;21;p4"/>
          <p:cNvSpPr/>
          <p:nvPr/>
        </p:nvSpPr>
        <p:spPr>
          <a:xfrm>
            <a:off x="3536400" y="420475"/>
            <a:ext cx="5607600" cy="4381800"/>
          </a:xfrm>
          <a:prstGeom prst="rect">
            <a:avLst/>
          </a:prstGeom>
          <a:solidFill>
            <a:srgbClr val="009EE3">
              <a:alpha val="5046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4"/>
          <p:cNvSpPr txBox="1"/>
          <p:nvPr>
            <p:ph type="title"/>
          </p:nvPr>
        </p:nvSpPr>
        <p:spPr>
          <a:xfrm>
            <a:off x="162500" y="420475"/>
            <a:ext cx="3399900" cy="43818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dk2"/>
              </a:buClr>
              <a:buSzPts val="2000"/>
              <a:buNone/>
              <a:defRPr i="1" sz="2000">
                <a:solidFill>
                  <a:schemeClr val="dk2"/>
                </a:solidFill>
              </a:defRPr>
            </a:lvl1pPr>
            <a:lvl2pPr lvl="1" rtl="0" algn="ctr">
              <a:lnSpc>
                <a:spcPct val="100000"/>
              </a:lnSpc>
              <a:spcBef>
                <a:spcPts val="0"/>
              </a:spcBef>
              <a:spcAft>
                <a:spcPts val="0"/>
              </a:spcAft>
              <a:buSzPts val="2000"/>
              <a:buNone/>
              <a:defRPr i="1" sz="2000"/>
            </a:lvl2pPr>
            <a:lvl3pPr lvl="2" rtl="0" algn="ctr">
              <a:lnSpc>
                <a:spcPct val="100000"/>
              </a:lnSpc>
              <a:spcBef>
                <a:spcPts val="0"/>
              </a:spcBef>
              <a:spcAft>
                <a:spcPts val="0"/>
              </a:spcAft>
              <a:buSzPts val="2000"/>
              <a:buNone/>
              <a:defRPr i="1" sz="2000"/>
            </a:lvl3pPr>
            <a:lvl4pPr lvl="3" rtl="0" algn="ctr">
              <a:lnSpc>
                <a:spcPct val="100000"/>
              </a:lnSpc>
              <a:spcBef>
                <a:spcPts val="0"/>
              </a:spcBef>
              <a:spcAft>
                <a:spcPts val="0"/>
              </a:spcAft>
              <a:buSzPts val="2000"/>
              <a:buNone/>
              <a:defRPr i="1" sz="2000"/>
            </a:lvl4pPr>
            <a:lvl5pPr lvl="4" rtl="0" algn="ctr">
              <a:lnSpc>
                <a:spcPct val="100000"/>
              </a:lnSpc>
              <a:spcBef>
                <a:spcPts val="0"/>
              </a:spcBef>
              <a:spcAft>
                <a:spcPts val="0"/>
              </a:spcAft>
              <a:buSzPts val="2000"/>
              <a:buNone/>
              <a:defRPr i="1" sz="2000"/>
            </a:lvl5pPr>
            <a:lvl6pPr lvl="5" rtl="0" algn="ctr">
              <a:lnSpc>
                <a:spcPct val="100000"/>
              </a:lnSpc>
              <a:spcBef>
                <a:spcPts val="0"/>
              </a:spcBef>
              <a:spcAft>
                <a:spcPts val="0"/>
              </a:spcAft>
              <a:buSzPts val="2000"/>
              <a:buNone/>
              <a:defRPr i="1" sz="2000"/>
            </a:lvl6pPr>
            <a:lvl7pPr lvl="6" rtl="0" algn="ctr">
              <a:lnSpc>
                <a:spcPct val="100000"/>
              </a:lnSpc>
              <a:spcBef>
                <a:spcPts val="0"/>
              </a:spcBef>
              <a:spcAft>
                <a:spcPts val="0"/>
              </a:spcAft>
              <a:buSzPts val="2000"/>
              <a:buNone/>
              <a:defRPr i="1" sz="2000"/>
            </a:lvl7pPr>
            <a:lvl8pPr lvl="7" rtl="0" algn="ctr">
              <a:lnSpc>
                <a:spcPct val="100000"/>
              </a:lnSpc>
              <a:spcBef>
                <a:spcPts val="0"/>
              </a:spcBef>
              <a:spcAft>
                <a:spcPts val="0"/>
              </a:spcAft>
              <a:buSzPts val="2000"/>
              <a:buNone/>
              <a:defRPr i="1" sz="2000"/>
            </a:lvl8pPr>
            <a:lvl9pPr lvl="8" rtl="0" algn="ctr">
              <a:lnSpc>
                <a:spcPct val="100000"/>
              </a:lnSpc>
              <a:spcBef>
                <a:spcPts val="0"/>
              </a:spcBef>
              <a:spcAft>
                <a:spcPts val="0"/>
              </a:spcAft>
              <a:buSzPts val="2000"/>
              <a:buNone/>
              <a:defRPr i="1" sz="2000"/>
            </a:lvl9pPr>
          </a:lstStyle>
          <a:p/>
        </p:txBody>
      </p:sp>
      <p:sp>
        <p:nvSpPr>
          <p:cNvPr id="23" name="Google Shape;23;p4"/>
          <p:cNvSpPr txBox="1"/>
          <p:nvPr>
            <p:ph idx="1" type="body"/>
          </p:nvPr>
        </p:nvSpPr>
        <p:spPr>
          <a:xfrm>
            <a:off x="3536400" y="588197"/>
            <a:ext cx="3842700" cy="4070400"/>
          </a:xfrm>
          <a:prstGeom prst="rect">
            <a:avLst/>
          </a:prstGeom>
          <a:noFill/>
          <a:ln>
            <a:noFill/>
          </a:ln>
        </p:spPr>
        <p:txBody>
          <a:bodyPr anchorCtr="0" anchor="ctr" bIns="91425" lIns="91425" spcFirstLastPara="1" rIns="91425" wrap="square" tIns="91425">
            <a:normAutofit/>
          </a:bodyPr>
          <a:lstStyle>
            <a:lvl1pPr indent="-330200" lvl="0" marL="4572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1pPr>
            <a:lvl2pPr indent="-330200" lvl="1" marL="9144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2pPr>
            <a:lvl3pPr indent="-330200" lvl="2" marL="13716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3pPr>
            <a:lvl4pPr indent="-330200" lvl="3" marL="18288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4pPr>
            <a:lvl5pPr indent="-330200" lvl="4" marL="22860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5pPr>
            <a:lvl6pPr indent="-330200" lvl="5" marL="27432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6pPr>
            <a:lvl7pPr indent="-330200" lvl="6" marL="32004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7pPr>
            <a:lvl8pPr indent="-330200" lvl="7" marL="36576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8pPr>
            <a:lvl9pPr indent="-330200" lvl="8" marL="41148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9pPr>
          </a:lstStyle>
          <a:p/>
        </p:txBody>
      </p:sp>
      <p:pic>
        <p:nvPicPr>
          <p:cNvPr id="24" name="Google Shape;24;p4"/>
          <p:cNvPicPr preferRelativeResize="0"/>
          <p:nvPr/>
        </p:nvPicPr>
        <p:blipFill>
          <a:blip r:embed="rId2">
            <a:alphaModFix/>
          </a:blip>
          <a:stretch>
            <a:fillRect/>
          </a:stretch>
        </p:blipFill>
        <p:spPr>
          <a:xfrm>
            <a:off x="123950" y="4356388"/>
            <a:ext cx="1222874" cy="6548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icio: Objetivo">
  <p:cSld name="CUSTOM_3_1_1">
    <p:spTree>
      <p:nvGrpSpPr>
        <p:cNvPr id="25" name="Shape 25"/>
        <p:cNvGrpSpPr/>
        <p:nvPr/>
      </p:nvGrpSpPr>
      <p:grpSpPr>
        <a:xfrm>
          <a:off x="0" y="0"/>
          <a:ext cx="0" cy="0"/>
          <a:chOff x="0" y="0"/>
          <a:chExt cx="0" cy="0"/>
        </a:xfrm>
      </p:grpSpPr>
      <p:sp>
        <p:nvSpPr>
          <p:cNvPr id="26" name="Google Shape;26;p5"/>
          <p:cNvSpPr txBox="1"/>
          <p:nvPr>
            <p:ph type="title"/>
          </p:nvPr>
        </p:nvSpPr>
        <p:spPr>
          <a:xfrm>
            <a:off x="1419925" y="2481150"/>
            <a:ext cx="6093600" cy="1428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2"/>
              </a:buClr>
              <a:buSzPts val="1800"/>
              <a:buNone/>
              <a:defRPr b="0" i="1" sz="1800">
                <a:solidFill>
                  <a:schemeClr val="dk2"/>
                </a:solidFill>
              </a:defRPr>
            </a:lvl1pPr>
            <a:lvl2pPr lvl="1" algn="l">
              <a:lnSpc>
                <a:spcPct val="100000"/>
              </a:lnSpc>
              <a:spcBef>
                <a:spcPts val="0"/>
              </a:spcBef>
              <a:spcAft>
                <a:spcPts val="0"/>
              </a:spcAft>
              <a:buClr>
                <a:schemeClr val="dk2"/>
              </a:buClr>
              <a:buSzPts val="1800"/>
              <a:buNone/>
              <a:defRPr b="0" i="1" sz="1800">
                <a:solidFill>
                  <a:schemeClr val="dk2"/>
                </a:solidFill>
              </a:defRPr>
            </a:lvl2pPr>
            <a:lvl3pPr lvl="2" algn="l">
              <a:lnSpc>
                <a:spcPct val="100000"/>
              </a:lnSpc>
              <a:spcBef>
                <a:spcPts val="0"/>
              </a:spcBef>
              <a:spcAft>
                <a:spcPts val="0"/>
              </a:spcAft>
              <a:buClr>
                <a:schemeClr val="dk2"/>
              </a:buClr>
              <a:buSzPts val="1800"/>
              <a:buNone/>
              <a:defRPr b="0" i="1" sz="1800">
                <a:solidFill>
                  <a:schemeClr val="dk2"/>
                </a:solidFill>
              </a:defRPr>
            </a:lvl3pPr>
            <a:lvl4pPr lvl="3" algn="l">
              <a:lnSpc>
                <a:spcPct val="100000"/>
              </a:lnSpc>
              <a:spcBef>
                <a:spcPts val="0"/>
              </a:spcBef>
              <a:spcAft>
                <a:spcPts val="0"/>
              </a:spcAft>
              <a:buClr>
                <a:schemeClr val="dk2"/>
              </a:buClr>
              <a:buSzPts val="1800"/>
              <a:buNone/>
              <a:defRPr b="0" i="1" sz="1800">
                <a:solidFill>
                  <a:schemeClr val="dk2"/>
                </a:solidFill>
              </a:defRPr>
            </a:lvl4pPr>
            <a:lvl5pPr lvl="4" algn="l">
              <a:lnSpc>
                <a:spcPct val="100000"/>
              </a:lnSpc>
              <a:spcBef>
                <a:spcPts val="0"/>
              </a:spcBef>
              <a:spcAft>
                <a:spcPts val="0"/>
              </a:spcAft>
              <a:buClr>
                <a:schemeClr val="dk2"/>
              </a:buClr>
              <a:buSzPts val="1800"/>
              <a:buNone/>
              <a:defRPr b="0" i="1" sz="1800">
                <a:solidFill>
                  <a:schemeClr val="dk2"/>
                </a:solidFill>
              </a:defRPr>
            </a:lvl5pPr>
            <a:lvl6pPr lvl="5" algn="l">
              <a:lnSpc>
                <a:spcPct val="100000"/>
              </a:lnSpc>
              <a:spcBef>
                <a:spcPts val="0"/>
              </a:spcBef>
              <a:spcAft>
                <a:spcPts val="0"/>
              </a:spcAft>
              <a:buClr>
                <a:schemeClr val="dk2"/>
              </a:buClr>
              <a:buSzPts val="1800"/>
              <a:buNone/>
              <a:defRPr b="0" i="1" sz="1800">
                <a:solidFill>
                  <a:schemeClr val="dk2"/>
                </a:solidFill>
              </a:defRPr>
            </a:lvl6pPr>
            <a:lvl7pPr lvl="6" algn="l">
              <a:lnSpc>
                <a:spcPct val="100000"/>
              </a:lnSpc>
              <a:spcBef>
                <a:spcPts val="0"/>
              </a:spcBef>
              <a:spcAft>
                <a:spcPts val="0"/>
              </a:spcAft>
              <a:buClr>
                <a:schemeClr val="dk2"/>
              </a:buClr>
              <a:buSzPts val="1800"/>
              <a:buNone/>
              <a:defRPr b="0" i="1" sz="1800">
                <a:solidFill>
                  <a:schemeClr val="dk2"/>
                </a:solidFill>
              </a:defRPr>
            </a:lvl7pPr>
            <a:lvl8pPr lvl="7" algn="l">
              <a:lnSpc>
                <a:spcPct val="100000"/>
              </a:lnSpc>
              <a:spcBef>
                <a:spcPts val="0"/>
              </a:spcBef>
              <a:spcAft>
                <a:spcPts val="0"/>
              </a:spcAft>
              <a:buClr>
                <a:schemeClr val="dk2"/>
              </a:buClr>
              <a:buSzPts val="1800"/>
              <a:buNone/>
              <a:defRPr b="0" i="1" sz="1800">
                <a:solidFill>
                  <a:schemeClr val="dk2"/>
                </a:solidFill>
              </a:defRPr>
            </a:lvl8pPr>
            <a:lvl9pPr lvl="8" algn="l">
              <a:lnSpc>
                <a:spcPct val="100000"/>
              </a:lnSpc>
              <a:spcBef>
                <a:spcPts val="0"/>
              </a:spcBef>
              <a:spcAft>
                <a:spcPts val="0"/>
              </a:spcAft>
              <a:buClr>
                <a:schemeClr val="dk2"/>
              </a:buClr>
              <a:buSzPts val="1800"/>
              <a:buNone/>
              <a:defRPr b="0" i="1" sz="1800">
                <a:solidFill>
                  <a:schemeClr val="dk2"/>
                </a:solidFill>
              </a:defRPr>
            </a:lvl9pPr>
          </a:lstStyle>
          <a:p/>
        </p:txBody>
      </p:sp>
      <p:pic>
        <p:nvPicPr>
          <p:cNvPr id="27" name="Google Shape;27;p5"/>
          <p:cNvPicPr preferRelativeResize="0"/>
          <p:nvPr/>
        </p:nvPicPr>
        <p:blipFill rotWithShape="1">
          <a:blip r:embed="rId2">
            <a:alphaModFix amt="67000"/>
          </a:blip>
          <a:srcRect b="15640" l="29333" r="0" t="0"/>
          <a:stretch/>
        </p:blipFill>
        <p:spPr>
          <a:xfrm rot="5400000">
            <a:off x="6000749" y="2000274"/>
            <a:ext cx="4128650" cy="3377051"/>
          </a:xfrm>
          <a:prstGeom prst="rect">
            <a:avLst/>
          </a:prstGeom>
          <a:noFill/>
          <a:ln>
            <a:noFill/>
          </a:ln>
        </p:spPr>
      </p:pic>
      <p:pic>
        <p:nvPicPr>
          <p:cNvPr id="28" name="Google Shape;28;p5"/>
          <p:cNvPicPr preferRelativeResize="0"/>
          <p:nvPr/>
        </p:nvPicPr>
        <p:blipFill rotWithShape="1">
          <a:blip r:embed="rId2">
            <a:alphaModFix amt="67000"/>
          </a:blip>
          <a:srcRect b="15640" l="29333" r="0" t="0"/>
          <a:stretch/>
        </p:blipFill>
        <p:spPr>
          <a:xfrm rot="-5400000">
            <a:off x="-985400" y="-233800"/>
            <a:ext cx="4128650" cy="3377051"/>
          </a:xfrm>
          <a:prstGeom prst="rect">
            <a:avLst/>
          </a:prstGeom>
          <a:noFill/>
          <a:ln>
            <a:noFill/>
          </a:ln>
        </p:spPr>
      </p:pic>
      <p:sp>
        <p:nvSpPr>
          <p:cNvPr id="29" name="Google Shape;29;p5"/>
          <p:cNvSpPr txBox="1"/>
          <p:nvPr/>
        </p:nvSpPr>
        <p:spPr>
          <a:xfrm>
            <a:off x="1419925" y="1397150"/>
            <a:ext cx="6093600" cy="1231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s-419" sz="2800">
                <a:solidFill>
                  <a:schemeClr val="accent3"/>
                </a:solidFill>
                <a:latin typeface="Roboto"/>
                <a:ea typeface="Roboto"/>
                <a:cs typeface="Roboto"/>
                <a:sym typeface="Roboto"/>
              </a:rPr>
              <a:t>¿Qué aprenderás en esta sesión?</a:t>
            </a:r>
            <a:endParaRPr b="1" sz="2800">
              <a:solidFill>
                <a:schemeClr val="accent3"/>
              </a:solidFill>
              <a:latin typeface="Roboto"/>
              <a:ea typeface="Roboto"/>
              <a:cs typeface="Roboto"/>
              <a:sym typeface="Roboto"/>
            </a:endParaRPr>
          </a:p>
        </p:txBody>
      </p:sp>
      <p:pic>
        <p:nvPicPr>
          <p:cNvPr id="30" name="Google Shape;30;p5"/>
          <p:cNvPicPr preferRelativeResize="0"/>
          <p:nvPr/>
        </p:nvPicPr>
        <p:blipFill>
          <a:blip r:embed="rId3">
            <a:alphaModFix/>
          </a:blip>
          <a:stretch>
            <a:fillRect/>
          </a:stretch>
        </p:blipFill>
        <p:spPr>
          <a:xfrm>
            <a:off x="123950" y="4356388"/>
            <a:ext cx="1222874" cy="6548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icio - Título 1">
  <p:cSld name="CUSTOM_29_1_1_1">
    <p:spTree>
      <p:nvGrpSpPr>
        <p:cNvPr id="31" name="Shape 31"/>
        <p:cNvGrpSpPr/>
        <p:nvPr/>
      </p:nvGrpSpPr>
      <p:grpSpPr>
        <a:xfrm>
          <a:off x="0" y="0"/>
          <a:ext cx="0" cy="0"/>
          <a:chOff x="0" y="0"/>
          <a:chExt cx="0" cy="0"/>
        </a:xfrm>
      </p:grpSpPr>
      <p:sp>
        <p:nvSpPr>
          <p:cNvPr id="32" name="Google Shape;32;p6"/>
          <p:cNvSpPr/>
          <p:nvPr/>
        </p:nvSpPr>
        <p:spPr>
          <a:xfrm>
            <a:off x="0" y="0"/>
            <a:ext cx="9159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6"/>
          <p:cNvSpPr txBox="1"/>
          <p:nvPr>
            <p:ph type="title"/>
          </p:nvPr>
        </p:nvSpPr>
        <p:spPr>
          <a:xfrm>
            <a:off x="275000" y="1204950"/>
            <a:ext cx="4929600" cy="2666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800"/>
              <a:buNone/>
              <a:defRPr>
                <a:solidFill>
                  <a:schemeClr val="lt1"/>
                </a:solidFill>
              </a:defRPr>
            </a:lvl1pPr>
            <a:lvl2pPr lvl="1" rtl="0" algn="r">
              <a:lnSpc>
                <a:spcPct val="100000"/>
              </a:lnSpc>
              <a:spcBef>
                <a:spcPts val="0"/>
              </a:spcBef>
              <a:spcAft>
                <a:spcPts val="0"/>
              </a:spcAft>
              <a:buClr>
                <a:schemeClr val="lt1"/>
              </a:buClr>
              <a:buSzPts val="2800"/>
              <a:buNone/>
              <a:defRPr>
                <a:solidFill>
                  <a:schemeClr val="lt1"/>
                </a:solidFill>
              </a:defRPr>
            </a:lvl2pPr>
            <a:lvl3pPr lvl="2" rtl="0" algn="r">
              <a:lnSpc>
                <a:spcPct val="100000"/>
              </a:lnSpc>
              <a:spcBef>
                <a:spcPts val="0"/>
              </a:spcBef>
              <a:spcAft>
                <a:spcPts val="0"/>
              </a:spcAft>
              <a:buClr>
                <a:schemeClr val="lt1"/>
              </a:buClr>
              <a:buSzPts val="2800"/>
              <a:buNone/>
              <a:defRPr>
                <a:solidFill>
                  <a:schemeClr val="lt1"/>
                </a:solidFill>
              </a:defRPr>
            </a:lvl3pPr>
            <a:lvl4pPr lvl="3" rtl="0" algn="r">
              <a:lnSpc>
                <a:spcPct val="100000"/>
              </a:lnSpc>
              <a:spcBef>
                <a:spcPts val="0"/>
              </a:spcBef>
              <a:spcAft>
                <a:spcPts val="0"/>
              </a:spcAft>
              <a:buClr>
                <a:schemeClr val="lt1"/>
              </a:buClr>
              <a:buSzPts val="2800"/>
              <a:buNone/>
              <a:defRPr>
                <a:solidFill>
                  <a:schemeClr val="lt1"/>
                </a:solidFill>
              </a:defRPr>
            </a:lvl4pPr>
            <a:lvl5pPr lvl="4" rtl="0" algn="r">
              <a:lnSpc>
                <a:spcPct val="100000"/>
              </a:lnSpc>
              <a:spcBef>
                <a:spcPts val="0"/>
              </a:spcBef>
              <a:spcAft>
                <a:spcPts val="0"/>
              </a:spcAft>
              <a:buClr>
                <a:schemeClr val="lt1"/>
              </a:buClr>
              <a:buSzPts val="2800"/>
              <a:buNone/>
              <a:defRPr>
                <a:solidFill>
                  <a:schemeClr val="lt1"/>
                </a:solidFill>
              </a:defRPr>
            </a:lvl5pPr>
            <a:lvl6pPr lvl="5" rtl="0" algn="r">
              <a:lnSpc>
                <a:spcPct val="100000"/>
              </a:lnSpc>
              <a:spcBef>
                <a:spcPts val="0"/>
              </a:spcBef>
              <a:spcAft>
                <a:spcPts val="0"/>
              </a:spcAft>
              <a:buClr>
                <a:schemeClr val="lt1"/>
              </a:buClr>
              <a:buSzPts val="2800"/>
              <a:buNone/>
              <a:defRPr>
                <a:solidFill>
                  <a:schemeClr val="lt1"/>
                </a:solidFill>
              </a:defRPr>
            </a:lvl6pPr>
            <a:lvl7pPr lvl="6" rtl="0" algn="r">
              <a:lnSpc>
                <a:spcPct val="100000"/>
              </a:lnSpc>
              <a:spcBef>
                <a:spcPts val="0"/>
              </a:spcBef>
              <a:spcAft>
                <a:spcPts val="0"/>
              </a:spcAft>
              <a:buClr>
                <a:schemeClr val="lt1"/>
              </a:buClr>
              <a:buSzPts val="2800"/>
              <a:buNone/>
              <a:defRPr>
                <a:solidFill>
                  <a:schemeClr val="lt1"/>
                </a:solidFill>
              </a:defRPr>
            </a:lvl7pPr>
            <a:lvl8pPr lvl="7" rtl="0" algn="r">
              <a:lnSpc>
                <a:spcPct val="100000"/>
              </a:lnSpc>
              <a:spcBef>
                <a:spcPts val="0"/>
              </a:spcBef>
              <a:spcAft>
                <a:spcPts val="0"/>
              </a:spcAft>
              <a:buClr>
                <a:schemeClr val="lt1"/>
              </a:buClr>
              <a:buSzPts val="2800"/>
              <a:buNone/>
              <a:defRPr>
                <a:solidFill>
                  <a:schemeClr val="lt1"/>
                </a:solidFill>
              </a:defRPr>
            </a:lvl8pPr>
            <a:lvl9pPr lvl="8" rtl="0" algn="r">
              <a:lnSpc>
                <a:spcPct val="100000"/>
              </a:lnSpc>
              <a:spcBef>
                <a:spcPts val="0"/>
              </a:spcBef>
              <a:spcAft>
                <a:spcPts val="0"/>
              </a:spcAft>
              <a:buClr>
                <a:schemeClr val="lt1"/>
              </a:buClr>
              <a:buSzPts val="2800"/>
              <a:buNone/>
              <a:defRPr>
                <a:solidFill>
                  <a:schemeClr val="lt1"/>
                </a:solidFill>
              </a:defRPr>
            </a:lvl9pPr>
          </a:lstStyle>
          <a:p/>
        </p:txBody>
      </p:sp>
      <p:pic>
        <p:nvPicPr>
          <p:cNvPr id="34" name="Google Shape;34;p6"/>
          <p:cNvPicPr preferRelativeResize="0"/>
          <p:nvPr/>
        </p:nvPicPr>
        <p:blipFill rotWithShape="1">
          <a:blip r:embed="rId2">
            <a:alphaModFix/>
          </a:blip>
          <a:srcRect b="0" l="0" r="0" t="0"/>
          <a:stretch/>
        </p:blipFill>
        <p:spPr>
          <a:xfrm>
            <a:off x="274988" y="4523625"/>
            <a:ext cx="920800" cy="320375"/>
          </a:xfrm>
          <a:prstGeom prst="rect">
            <a:avLst/>
          </a:prstGeom>
          <a:noFill/>
          <a:ln>
            <a:noFill/>
          </a:ln>
        </p:spPr>
      </p:pic>
      <p:sp>
        <p:nvSpPr>
          <p:cNvPr id="35" name="Google Shape;35;p6"/>
          <p:cNvSpPr/>
          <p:nvPr/>
        </p:nvSpPr>
        <p:spPr>
          <a:xfrm>
            <a:off x="5256475" y="1204950"/>
            <a:ext cx="2733600" cy="2733600"/>
          </a:xfrm>
          <a:prstGeom prst="ellipse">
            <a:avLst/>
          </a:prstGeom>
          <a:solidFill>
            <a:srgbClr val="FFFFFF"/>
          </a:solidFill>
          <a:ln cap="flat" cmpd="sng" w="76200">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 name="Google Shape;36;p6"/>
          <p:cNvPicPr preferRelativeResize="0"/>
          <p:nvPr/>
        </p:nvPicPr>
        <p:blipFill>
          <a:blip r:embed="rId3">
            <a:alphaModFix/>
          </a:blip>
          <a:stretch>
            <a:fillRect/>
          </a:stretch>
        </p:blipFill>
        <p:spPr>
          <a:xfrm>
            <a:off x="5578725" y="1016100"/>
            <a:ext cx="2089099" cy="29224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icio - Título 2">
  <p:cSld name="CUSTOM_2_3_1">
    <p:spTree>
      <p:nvGrpSpPr>
        <p:cNvPr id="37" name="Shape 37"/>
        <p:cNvGrpSpPr/>
        <p:nvPr/>
      </p:nvGrpSpPr>
      <p:grpSpPr>
        <a:xfrm>
          <a:off x="0" y="0"/>
          <a:ext cx="0" cy="0"/>
          <a:chOff x="0" y="0"/>
          <a:chExt cx="0" cy="0"/>
        </a:xfrm>
      </p:grpSpPr>
      <p:sp>
        <p:nvSpPr>
          <p:cNvPr id="38" name="Google Shape;38;p7"/>
          <p:cNvSpPr txBox="1"/>
          <p:nvPr>
            <p:ph type="title"/>
          </p:nvPr>
        </p:nvSpPr>
        <p:spPr>
          <a:xfrm>
            <a:off x="311700" y="2285400"/>
            <a:ext cx="8520600" cy="572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1pPr>
            <a:lvl2pPr lvl="1"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2pPr>
            <a:lvl3pPr lvl="2"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3pPr>
            <a:lvl4pPr lvl="3"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4pPr>
            <a:lvl5pPr lvl="4"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5pPr>
            <a:lvl6pPr lvl="5"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6pPr>
            <a:lvl7pPr lvl="6"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7pPr>
            <a:lvl8pPr lvl="7"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8pPr>
            <a:lvl9pPr lvl="8"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9pPr>
          </a:lstStyle>
          <a:p/>
        </p:txBody>
      </p:sp>
      <p:pic>
        <p:nvPicPr>
          <p:cNvPr id="39" name="Google Shape;39;p7"/>
          <p:cNvPicPr preferRelativeResize="0"/>
          <p:nvPr/>
        </p:nvPicPr>
        <p:blipFill>
          <a:blip r:embed="rId2">
            <a:alphaModFix/>
          </a:blip>
          <a:stretch>
            <a:fillRect/>
          </a:stretch>
        </p:blipFill>
        <p:spPr>
          <a:xfrm>
            <a:off x="123950" y="4356388"/>
            <a:ext cx="1222874" cy="6548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1">
  <p:cSld name="CUSTOM_1_3">
    <p:spTree>
      <p:nvGrpSpPr>
        <p:cNvPr id="40" name="Shape 40"/>
        <p:cNvGrpSpPr/>
        <p:nvPr/>
      </p:nvGrpSpPr>
      <p:grpSpPr>
        <a:xfrm>
          <a:off x="0" y="0"/>
          <a:ext cx="0" cy="0"/>
          <a:chOff x="0" y="0"/>
          <a:chExt cx="0" cy="0"/>
        </a:xfrm>
      </p:grpSpPr>
      <p:sp>
        <p:nvSpPr>
          <p:cNvPr id="41" name="Google Shape;41;p8"/>
          <p:cNvSpPr txBox="1"/>
          <p:nvPr>
            <p:ph type="title"/>
          </p:nvPr>
        </p:nvSpPr>
        <p:spPr>
          <a:xfrm>
            <a:off x="277050" y="328825"/>
            <a:ext cx="8563800" cy="5889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accent4"/>
              </a:buClr>
              <a:buSzPts val="2800"/>
              <a:buFont typeface="Roboto"/>
              <a:buNone/>
              <a:defRPr b="1">
                <a:solidFill>
                  <a:schemeClr val="accent4"/>
                </a:solidFill>
                <a:latin typeface="Roboto"/>
                <a:ea typeface="Roboto"/>
                <a:cs typeface="Roboto"/>
                <a:sym typeface="Roboto"/>
              </a:defRPr>
            </a:lvl1pPr>
            <a:lvl2pPr lvl="1" algn="l">
              <a:lnSpc>
                <a:spcPct val="100000"/>
              </a:lnSpc>
              <a:spcBef>
                <a:spcPts val="0"/>
              </a:spcBef>
              <a:spcAft>
                <a:spcPts val="0"/>
              </a:spcAft>
              <a:buClr>
                <a:schemeClr val="accent4"/>
              </a:buClr>
              <a:buSzPts val="2800"/>
              <a:buNone/>
              <a:defRPr>
                <a:solidFill>
                  <a:schemeClr val="accent4"/>
                </a:solidFill>
              </a:defRPr>
            </a:lvl2pPr>
            <a:lvl3pPr lvl="2" algn="l">
              <a:lnSpc>
                <a:spcPct val="100000"/>
              </a:lnSpc>
              <a:spcBef>
                <a:spcPts val="0"/>
              </a:spcBef>
              <a:spcAft>
                <a:spcPts val="0"/>
              </a:spcAft>
              <a:buClr>
                <a:schemeClr val="accent4"/>
              </a:buClr>
              <a:buSzPts val="2800"/>
              <a:buNone/>
              <a:defRPr>
                <a:solidFill>
                  <a:schemeClr val="accent4"/>
                </a:solidFill>
              </a:defRPr>
            </a:lvl3pPr>
            <a:lvl4pPr lvl="3" algn="l">
              <a:lnSpc>
                <a:spcPct val="100000"/>
              </a:lnSpc>
              <a:spcBef>
                <a:spcPts val="0"/>
              </a:spcBef>
              <a:spcAft>
                <a:spcPts val="0"/>
              </a:spcAft>
              <a:buClr>
                <a:schemeClr val="accent4"/>
              </a:buClr>
              <a:buSzPts val="2800"/>
              <a:buNone/>
              <a:defRPr>
                <a:solidFill>
                  <a:schemeClr val="accent4"/>
                </a:solidFill>
              </a:defRPr>
            </a:lvl4pPr>
            <a:lvl5pPr lvl="4" algn="l">
              <a:lnSpc>
                <a:spcPct val="100000"/>
              </a:lnSpc>
              <a:spcBef>
                <a:spcPts val="0"/>
              </a:spcBef>
              <a:spcAft>
                <a:spcPts val="0"/>
              </a:spcAft>
              <a:buClr>
                <a:schemeClr val="accent4"/>
              </a:buClr>
              <a:buSzPts val="2800"/>
              <a:buNone/>
              <a:defRPr>
                <a:solidFill>
                  <a:schemeClr val="accent4"/>
                </a:solidFill>
              </a:defRPr>
            </a:lvl5pPr>
            <a:lvl6pPr lvl="5" algn="l">
              <a:lnSpc>
                <a:spcPct val="100000"/>
              </a:lnSpc>
              <a:spcBef>
                <a:spcPts val="0"/>
              </a:spcBef>
              <a:spcAft>
                <a:spcPts val="0"/>
              </a:spcAft>
              <a:buClr>
                <a:schemeClr val="accent4"/>
              </a:buClr>
              <a:buSzPts val="2800"/>
              <a:buNone/>
              <a:defRPr>
                <a:solidFill>
                  <a:schemeClr val="accent4"/>
                </a:solidFill>
              </a:defRPr>
            </a:lvl6pPr>
            <a:lvl7pPr lvl="6" algn="l">
              <a:lnSpc>
                <a:spcPct val="100000"/>
              </a:lnSpc>
              <a:spcBef>
                <a:spcPts val="0"/>
              </a:spcBef>
              <a:spcAft>
                <a:spcPts val="0"/>
              </a:spcAft>
              <a:buClr>
                <a:schemeClr val="accent4"/>
              </a:buClr>
              <a:buSzPts val="2800"/>
              <a:buNone/>
              <a:defRPr>
                <a:solidFill>
                  <a:schemeClr val="accent4"/>
                </a:solidFill>
              </a:defRPr>
            </a:lvl7pPr>
            <a:lvl8pPr lvl="7" algn="l">
              <a:lnSpc>
                <a:spcPct val="100000"/>
              </a:lnSpc>
              <a:spcBef>
                <a:spcPts val="0"/>
              </a:spcBef>
              <a:spcAft>
                <a:spcPts val="0"/>
              </a:spcAft>
              <a:buClr>
                <a:schemeClr val="accent4"/>
              </a:buClr>
              <a:buSzPts val="2800"/>
              <a:buNone/>
              <a:defRPr>
                <a:solidFill>
                  <a:schemeClr val="accent4"/>
                </a:solidFill>
              </a:defRPr>
            </a:lvl8pPr>
            <a:lvl9pPr lvl="8" algn="l">
              <a:lnSpc>
                <a:spcPct val="100000"/>
              </a:lnSpc>
              <a:spcBef>
                <a:spcPts val="0"/>
              </a:spcBef>
              <a:spcAft>
                <a:spcPts val="0"/>
              </a:spcAft>
              <a:buClr>
                <a:schemeClr val="accent4"/>
              </a:buClr>
              <a:buSzPts val="2800"/>
              <a:buNone/>
              <a:defRPr>
                <a:solidFill>
                  <a:schemeClr val="accent4"/>
                </a:solidFill>
              </a:defRPr>
            </a:lvl9pPr>
          </a:lstStyle>
          <a:p/>
        </p:txBody>
      </p:sp>
      <p:sp>
        <p:nvSpPr>
          <p:cNvPr id="42" name="Google Shape;42;p8"/>
          <p:cNvSpPr txBox="1"/>
          <p:nvPr>
            <p:ph idx="1" type="body"/>
          </p:nvPr>
        </p:nvSpPr>
        <p:spPr>
          <a:xfrm>
            <a:off x="355000" y="1433725"/>
            <a:ext cx="8485800" cy="30306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1pPr>
            <a:lvl2pPr indent="-330200" lvl="1" marL="9144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2pPr>
            <a:lvl3pPr indent="-330200" lvl="2" marL="13716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3pPr>
            <a:lvl4pPr indent="-330200" lvl="3" marL="18288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4pPr>
            <a:lvl5pPr indent="-330200" lvl="4" marL="22860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5pPr>
            <a:lvl6pPr indent="-330200" lvl="5" marL="27432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6pPr>
            <a:lvl7pPr indent="-330200" lvl="6" marL="32004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7pPr>
            <a:lvl8pPr indent="-330200" lvl="7" marL="36576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8pPr>
            <a:lvl9pPr indent="-330200" lvl="8" marL="41148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9pPr>
          </a:lstStyle>
          <a:p/>
        </p:txBody>
      </p:sp>
      <p:sp>
        <p:nvSpPr>
          <p:cNvPr id="43" name="Google Shape;43;p8"/>
          <p:cNvSpPr txBox="1"/>
          <p:nvPr>
            <p:ph idx="2" type="title"/>
          </p:nvPr>
        </p:nvSpPr>
        <p:spPr>
          <a:xfrm>
            <a:off x="277050" y="709825"/>
            <a:ext cx="8563800" cy="58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2"/>
              </a:buClr>
              <a:buSzPts val="1800"/>
              <a:buFont typeface="Roboto"/>
              <a:buNone/>
              <a:defRPr i="1" sz="1800">
                <a:solidFill>
                  <a:schemeClr val="dk2"/>
                </a:solidFill>
                <a:latin typeface="Roboto"/>
                <a:ea typeface="Roboto"/>
                <a:cs typeface="Roboto"/>
                <a:sym typeface="Roboto"/>
              </a:defRPr>
            </a:lvl1pPr>
            <a:lvl2pPr lvl="1" algn="l">
              <a:lnSpc>
                <a:spcPct val="100000"/>
              </a:lnSpc>
              <a:spcBef>
                <a:spcPts val="0"/>
              </a:spcBef>
              <a:spcAft>
                <a:spcPts val="0"/>
              </a:spcAft>
              <a:buClr>
                <a:schemeClr val="dk2"/>
              </a:buClr>
              <a:buSzPts val="1800"/>
              <a:buNone/>
              <a:defRPr i="1" sz="1800">
                <a:solidFill>
                  <a:schemeClr val="dk2"/>
                </a:solidFill>
              </a:defRPr>
            </a:lvl2pPr>
            <a:lvl3pPr lvl="2" algn="l">
              <a:lnSpc>
                <a:spcPct val="100000"/>
              </a:lnSpc>
              <a:spcBef>
                <a:spcPts val="0"/>
              </a:spcBef>
              <a:spcAft>
                <a:spcPts val="0"/>
              </a:spcAft>
              <a:buClr>
                <a:schemeClr val="dk2"/>
              </a:buClr>
              <a:buSzPts val="1800"/>
              <a:buNone/>
              <a:defRPr i="1" sz="1800">
                <a:solidFill>
                  <a:schemeClr val="dk2"/>
                </a:solidFill>
              </a:defRPr>
            </a:lvl3pPr>
            <a:lvl4pPr lvl="3" algn="l">
              <a:lnSpc>
                <a:spcPct val="100000"/>
              </a:lnSpc>
              <a:spcBef>
                <a:spcPts val="0"/>
              </a:spcBef>
              <a:spcAft>
                <a:spcPts val="0"/>
              </a:spcAft>
              <a:buClr>
                <a:schemeClr val="dk2"/>
              </a:buClr>
              <a:buSzPts val="1800"/>
              <a:buNone/>
              <a:defRPr i="1" sz="1800">
                <a:solidFill>
                  <a:schemeClr val="dk2"/>
                </a:solidFill>
              </a:defRPr>
            </a:lvl4pPr>
            <a:lvl5pPr lvl="4" algn="l">
              <a:lnSpc>
                <a:spcPct val="100000"/>
              </a:lnSpc>
              <a:spcBef>
                <a:spcPts val="0"/>
              </a:spcBef>
              <a:spcAft>
                <a:spcPts val="0"/>
              </a:spcAft>
              <a:buClr>
                <a:schemeClr val="dk2"/>
              </a:buClr>
              <a:buSzPts val="1800"/>
              <a:buNone/>
              <a:defRPr i="1" sz="1800">
                <a:solidFill>
                  <a:schemeClr val="dk2"/>
                </a:solidFill>
              </a:defRPr>
            </a:lvl5pPr>
            <a:lvl6pPr lvl="5" algn="l">
              <a:lnSpc>
                <a:spcPct val="100000"/>
              </a:lnSpc>
              <a:spcBef>
                <a:spcPts val="0"/>
              </a:spcBef>
              <a:spcAft>
                <a:spcPts val="0"/>
              </a:spcAft>
              <a:buClr>
                <a:schemeClr val="dk2"/>
              </a:buClr>
              <a:buSzPts val="1800"/>
              <a:buNone/>
              <a:defRPr i="1" sz="1800">
                <a:solidFill>
                  <a:schemeClr val="dk2"/>
                </a:solidFill>
              </a:defRPr>
            </a:lvl6pPr>
            <a:lvl7pPr lvl="6" algn="l">
              <a:lnSpc>
                <a:spcPct val="100000"/>
              </a:lnSpc>
              <a:spcBef>
                <a:spcPts val="0"/>
              </a:spcBef>
              <a:spcAft>
                <a:spcPts val="0"/>
              </a:spcAft>
              <a:buClr>
                <a:schemeClr val="dk2"/>
              </a:buClr>
              <a:buSzPts val="1800"/>
              <a:buNone/>
              <a:defRPr i="1" sz="1800">
                <a:solidFill>
                  <a:schemeClr val="dk2"/>
                </a:solidFill>
              </a:defRPr>
            </a:lvl7pPr>
            <a:lvl8pPr lvl="7" algn="l">
              <a:lnSpc>
                <a:spcPct val="100000"/>
              </a:lnSpc>
              <a:spcBef>
                <a:spcPts val="0"/>
              </a:spcBef>
              <a:spcAft>
                <a:spcPts val="0"/>
              </a:spcAft>
              <a:buClr>
                <a:schemeClr val="dk2"/>
              </a:buClr>
              <a:buSzPts val="1800"/>
              <a:buNone/>
              <a:defRPr i="1" sz="1800">
                <a:solidFill>
                  <a:schemeClr val="dk2"/>
                </a:solidFill>
              </a:defRPr>
            </a:lvl8pPr>
            <a:lvl9pPr lvl="8" algn="l">
              <a:lnSpc>
                <a:spcPct val="100000"/>
              </a:lnSpc>
              <a:spcBef>
                <a:spcPts val="0"/>
              </a:spcBef>
              <a:spcAft>
                <a:spcPts val="0"/>
              </a:spcAft>
              <a:buClr>
                <a:schemeClr val="dk2"/>
              </a:buClr>
              <a:buSzPts val="1800"/>
              <a:buNone/>
              <a:defRPr i="1" sz="1800">
                <a:solidFill>
                  <a:schemeClr val="dk2"/>
                </a:solidFill>
              </a:defRPr>
            </a:lvl9pPr>
          </a:lstStyle>
          <a:p/>
        </p:txBody>
      </p:sp>
      <p:pic>
        <p:nvPicPr>
          <p:cNvPr id="44" name="Google Shape;44;p8"/>
          <p:cNvPicPr preferRelativeResize="0"/>
          <p:nvPr/>
        </p:nvPicPr>
        <p:blipFill>
          <a:blip r:embed="rId2">
            <a:alphaModFix/>
          </a:blip>
          <a:stretch>
            <a:fillRect/>
          </a:stretch>
        </p:blipFill>
        <p:spPr>
          <a:xfrm>
            <a:off x="123949" y="4356400"/>
            <a:ext cx="1222874" cy="65482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2">
  <p:cSld name="CUSTOM_1_4_3">
    <p:spTree>
      <p:nvGrpSpPr>
        <p:cNvPr id="45" name="Shape 45"/>
        <p:cNvGrpSpPr/>
        <p:nvPr/>
      </p:nvGrpSpPr>
      <p:grpSpPr>
        <a:xfrm>
          <a:off x="0" y="0"/>
          <a:ext cx="0" cy="0"/>
          <a:chOff x="0" y="0"/>
          <a:chExt cx="0" cy="0"/>
        </a:xfrm>
      </p:grpSpPr>
      <p:sp>
        <p:nvSpPr>
          <p:cNvPr id="46" name="Google Shape;46;p9"/>
          <p:cNvSpPr txBox="1"/>
          <p:nvPr>
            <p:ph type="title"/>
          </p:nvPr>
        </p:nvSpPr>
        <p:spPr>
          <a:xfrm>
            <a:off x="277050" y="328825"/>
            <a:ext cx="8563800" cy="5889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accent4"/>
              </a:buClr>
              <a:buSzPts val="2800"/>
              <a:buFont typeface="Roboto"/>
              <a:buNone/>
              <a:defRPr b="1">
                <a:solidFill>
                  <a:schemeClr val="accent4"/>
                </a:solidFill>
                <a:latin typeface="Roboto"/>
                <a:ea typeface="Roboto"/>
                <a:cs typeface="Roboto"/>
                <a:sym typeface="Roboto"/>
              </a:defRPr>
            </a:lvl1pPr>
            <a:lvl2pPr lvl="1" algn="l">
              <a:lnSpc>
                <a:spcPct val="100000"/>
              </a:lnSpc>
              <a:spcBef>
                <a:spcPts val="0"/>
              </a:spcBef>
              <a:spcAft>
                <a:spcPts val="0"/>
              </a:spcAft>
              <a:buClr>
                <a:schemeClr val="accent4"/>
              </a:buClr>
              <a:buSzPts val="2800"/>
              <a:buNone/>
              <a:defRPr>
                <a:solidFill>
                  <a:schemeClr val="accent4"/>
                </a:solidFill>
              </a:defRPr>
            </a:lvl2pPr>
            <a:lvl3pPr lvl="2" algn="l">
              <a:lnSpc>
                <a:spcPct val="100000"/>
              </a:lnSpc>
              <a:spcBef>
                <a:spcPts val="0"/>
              </a:spcBef>
              <a:spcAft>
                <a:spcPts val="0"/>
              </a:spcAft>
              <a:buClr>
                <a:schemeClr val="accent4"/>
              </a:buClr>
              <a:buSzPts val="2800"/>
              <a:buNone/>
              <a:defRPr>
                <a:solidFill>
                  <a:schemeClr val="accent4"/>
                </a:solidFill>
              </a:defRPr>
            </a:lvl3pPr>
            <a:lvl4pPr lvl="3" algn="l">
              <a:lnSpc>
                <a:spcPct val="100000"/>
              </a:lnSpc>
              <a:spcBef>
                <a:spcPts val="0"/>
              </a:spcBef>
              <a:spcAft>
                <a:spcPts val="0"/>
              </a:spcAft>
              <a:buClr>
                <a:schemeClr val="accent4"/>
              </a:buClr>
              <a:buSzPts val="2800"/>
              <a:buNone/>
              <a:defRPr>
                <a:solidFill>
                  <a:schemeClr val="accent4"/>
                </a:solidFill>
              </a:defRPr>
            </a:lvl4pPr>
            <a:lvl5pPr lvl="4" algn="l">
              <a:lnSpc>
                <a:spcPct val="100000"/>
              </a:lnSpc>
              <a:spcBef>
                <a:spcPts val="0"/>
              </a:spcBef>
              <a:spcAft>
                <a:spcPts val="0"/>
              </a:spcAft>
              <a:buClr>
                <a:schemeClr val="accent4"/>
              </a:buClr>
              <a:buSzPts val="2800"/>
              <a:buNone/>
              <a:defRPr>
                <a:solidFill>
                  <a:schemeClr val="accent4"/>
                </a:solidFill>
              </a:defRPr>
            </a:lvl5pPr>
            <a:lvl6pPr lvl="5" algn="l">
              <a:lnSpc>
                <a:spcPct val="100000"/>
              </a:lnSpc>
              <a:spcBef>
                <a:spcPts val="0"/>
              </a:spcBef>
              <a:spcAft>
                <a:spcPts val="0"/>
              </a:spcAft>
              <a:buClr>
                <a:schemeClr val="accent4"/>
              </a:buClr>
              <a:buSzPts val="2800"/>
              <a:buNone/>
              <a:defRPr>
                <a:solidFill>
                  <a:schemeClr val="accent4"/>
                </a:solidFill>
              </a:defRPr>
            </a:lvl6pPr>
            <a:lvl7pPr lvl="6" algn="l">
              <a:lnSpc>
                <a:spcPct val="100000"/>
              </a:lnSpc>
              <a:spcBef>
                <a:spcPts val="0"/>
              </a:spcBef>
              <a:spcAft>
                <a:spcPts val="0"/>
              </a:spcAft>
              <a:buClr>
                <a:schemeClr val="accent4"/>
              </a:buClr>
              <a:buSzPts val="2800"/>
              <a:buNone/>
              <a:defRPr>
                <a:solidFill>
                  <a:schemeClr val="accent4"/>
                </a:solidFill>
              </a:defRPr>
            </a:lvl7pPr>
            <a:lvl8pPr lvl="7" algn="l">
              <a:lnSpc>
                <a:spcPct val="100000"/>
              </a:lnSpc>
              <a:spcBef>
                <a:spcPts val="0"/>
              </a:spcBef>
              <a:spcAft>
                <a:spcPts val="0"/>
              </a:spcAft>
              <a:buClr>
                <a:schemeClr val="accent4"/>
              </a:buClr>
              <a:buSzPts val="2800"/>
              <a:buNone/>
              <a:defRPr>
                <a:solidFill>
                  <a:schemeClr val="accent4"/>
                </a:solidFill>
              </a:defRPr>
            </a:lvl8pPr>
            <a:lvl9pPr lvl="8" algn="l">
              <a:lnSpc>
                <a:spcPct val="100000"/>
              </a:lnSpc>
              <a:spcBef>
                <a:spcPts val="0"/>
              </a:spcBef>
              <a:spcAft>
                <a:spcPts val="0"/>
              </a:spcAft>
              <a:buClr>
                <a:schemeClr val="accent4"/>
              </a:buClr>
              <a:buSzPts val="2800"/>
              <a:buNone/>
              <a:defRPr>
                <a:solidFill>
                  <a:schemeClr val="accent4"/>
                </a:solidFill>
              </a:defRPr>
            </a:lvl9pPr>
          </a:lstStyle>
          <a:p/>
        </p:txBody>
      </p:sp>
      <p:sp>
        <p:nvSpPr>
          <p:cNvPr id="47" name="Google Shape;47;p9"/>
          <p:cNvSpPr txBox="1"/>
          <p:nvPr>
            <p:ph idx="1" type="body"/>
          </p:nvPr>
        </p:nvSpPr>
        <p:spPr>
          <a:xfrm>
            <a:off x="355000" y="1433725"/>
            <a:ext cx="4113000" cy="30306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1pPr>
            <a:lvl2pPr indent="-330200" lvl="1" marL="9144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2pPr>
            <a:lvl3pPr indent="-330200" lvl="2" marL="13716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3pPr>
            <a:lvl4pPr indent="-330200" lvl="3" marL="18288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4pPr>
            <a:lvl5pPr indent="-330200" lvl="4" marL="22860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5pPr>
            <a:lvl6pPr indent="-330200" lvl="5" marL="27432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6pPr>
            <a:lvl7pPr indent="-330200" lvl="6" marL="32004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7pPr>
            <a:lvl8pPr indent="-330200" lvl="7" marL="36576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8pPr>
            <a:lvl9pPr indent="-330200" lvl="8" marL="41148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9pPr>
          </a:lstStyle>
          <a:p/>
        </p:txBody>
      </p:sp>
      <p:sp>
        <p:nvSpPr>
          <p:cNvPr id="48" name="Google Shape;48;p9"/>
          <p:cNvSpPr txBox="1"/>
          <p:nvPr>
            <p:ph idx="2" type="title"/>
          </p:nvPr>
        </p:nvSpPr>
        <p:spPr>
          <a:xfrm>
            <a:off x="277050" y="709825"/>
            <a:ext cx="8563800" cy="58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2"/>
              </a:buClr>
              <a:buSzPts val="1800"/>
              <a:buFont typeface="Roboto"/>
              <a:buNone/>
              <a:defRPr i="1" sz="1800">
                <a:solidFill>
                  <a:schemeClr val="dk2"/>
                </a:solidFill>
                <a:latin typeface="Roboto"/>
                <a:ea typeface="Roboto"/>
                <a:cs typeface="Roboto"/>
                <a:sym typeface="Roboto"/>
              </a:defRPr>
            </a:lvl1pPr>
            <a:lvl2pPr lvl="1" algn="l">
              <a:lnSpc>
                <a:spcPct val="100000"/>
              </a:lnSpc>
              <a:spcBef>
                <a:spcPts val="0"/>
              </a:spcBef>
              <a:spcAft>
                <a:spcPts val="0"/>
              </a:spcAft>
              <a:buClr>
                <a:schemeClr val="dk2"/>
              </a:buClr>
              <a:buSzPts val="1800"/>
              <a:buNone/>
              <a:defRPr i="1" sz="1800">
                <a:solidFill>
                  <a:schemeClr val="dk2"/>
                </a:solidFill>
              </a:defRPr>
            </a:lvl2pPr>
            <a:lvl3pPr lvl="2" algn="l">
              <a:lnSpc>
                <a:spcPct val="100000"/>
              </a:lnSpc>
              <a:spcBef>
                <a:spcPts val="0"/>
              </a:spcBef>
              <a:spcAft>
                <a:spcPts val="0"/>
              </a:spcAft>
              <a:buClr>
                <a:schemeClr val="dk2"/>
              </a:buClr>
              <a:buSzPts val="1800"/>
              <a:buNone/>
              <a:defRPr i="1" sz="1800">
                <a:solidFill>
                  <a:schemeClr val="dk2"/>
                </a:solidFill>
              </a:defRPr>
            </a:lvl3pPr>
            <a:lvl4pPr lvl="3" algn="l">
              <a:lnSpc>
                <a:spcPct val="100000"/>
              </a:lnSpc>
              <a:spcBef>
                <a:spcPts val="0"/>
              </a:spcBef>
              <a:spcAft>
                <a:spcPts val="0"/>
              </a:spcAft>
              <a:buClr>
                <a:schemeClr val="dk2"/>
              </a:buClr>
              <a:buSzPts val="1800"/>
              <a:buNone/>
              <a:defRPr i="1" sz="1800">
                <a:solidFill>
                  <a:schemeClr val="dk2"/>
                </a:solidFill>
              </a:defRPr>
            </a:lvl4pPr>
            <a:lvl5pPr lvl="4" algn="l">
              <a:lnSpc>
                <a:spcPct val="100000"/>
              </a:lnSpc>
              <a:spcBef>
                <a:spcPts val="0"/>
              </a:spcBef>
              <a:spcAft>
                <a:spcPts val="0"/>
              </a:spcAft>
              <a:buClr>
                <a:schemeClr val="dk2"/>
              </a:buClr>
              <a:buSzPts val="1800"/>
              <a:buNone/>
              <a:defRPr i="1" sz="1800">
                <a:solidFill>
                  <a:schemeClr val="dk2"/>
                </a:solidFill>
              </a:defRPr>
            </a:lvl5pPr>
            <a:lvl6pPr lvl="5" algn="l">
              <a:lnSpc>
                <a:spcPct val="100000"/>
              </a:lnSpc>
              <a:spcBef>
                <a:spcPts val="0"/>
              </a:spcBef>
              <a:spcAft>
                <a:spcPts val="0"/>
              </a:spcAft>
              <a:buClr>
                <a:schemeClr val="dk2"/>
              </a:buClr>
              <a:buSzPts val="1800"/>
              <a:buNone/>
              <a:defRPr i="1" sz="1800">
                <a:solidFill>
                  <a:schemeClr val="dk2"/>
                </a:solidFill>
              </a:defRPr>
            </a:lvl6pPr>
            <a:lvl7pPr lvl="6" algn="l">
              <a:lnSpc>
                <a:spcPct val="100000"/>
              </a:lnSpc>
              <a:spcBef>
                <a:spcPts val="0"/>
              </a:spcBef>
              <a:spcAft>
                <a:spcPts val="0"/>
              </a:spcAft>
              <a:buClr>
                <a:schemeClr val="dk2"/>
              </a:buClr>
              <a:buSzPts val="1800"/>
              <a:buNone/>
              <a:defRPr i="1" sz="1800">
                <a:solidFill>
                  <a:schemeClr val="dk2"/>
                </a:solidFill>
              </a:defRPr>
            </a:lvl7pPr>
            <a:lvl8pPr lvl="7" algn="l">
              <a:lnSpc>
                <a:spcPct val="100000"/>
              </a:lnSpc>
              <a:spcBef>
                <a:spcPts val="0"/>
              </a:spcBef>
              <a:spcAft>
                <a:spcPts val="0"/>
              </a:spcAft>
              <a:buClr>
                <a:schemeClr val="dk2"/>
              </a:buClr>
              <a:buSzPts val="1800"/>
              <a:buNone/>
              <a:defRPr i="1" sz="1800">
                <a:solidFill>
                  <a:schemeClr val="dk2"/>
                </a:solidFill>
              </a:defRPr>
            </a:lvl8pPr>
            <a:lvl9pPr lvl="8" algn="l">
              <a:lnSpc>
                <a:spcPct val="100000"/>
              </a:lnSpc>
              <a:spcBef>
                <a:spcPts val="0"/>
              </a:spcBef>
              <a:spcAft>
                <a:spcPts val="0"/>
              </a:spcAft>
              <a:buClr>
                <a:schemeClr val="dk2"/>
              </a:buClr>
              <a:buSzPts val="1800"/>
              <a:buNone/>
              <a:defRPr i="1" sz="1800">
                <a:solidFill>
                  <a:schemeClr val="dk2"/>
                </a:solidFill>
              </a:defRPr>
            </a:lvl9pPr>
          </a:lstStyle>
          <a:p/>
        </p:txBody>
      </p:sp>
      <p:sp>
        <p:nvSpPr>
          <p:cNvPr id="49" name="Google Shape;49;p9"/>
          <p:cNvSpPr txBox="1"/>
          <p:nvPr>
            <p:ph idx="3" type="body"/>
          </p:nvPr>
        </p:nvSpPr>
        <p:spPr>
          <a:xfrm>
            <a:off x="4698400" y="1433725"/>
            <a:ext cx="4113000" cy="30306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1pPr>
            <a:lvl2pPr indent="-330200" lvl="1" marL="9144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2pPr>
            <a:lvl3pPr indent="-330200" lvl="2" marL="13716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3pPr>
            <a:lvl4pPr indent="-330200" lvl="3" marL="18288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4pPr>
            <a:lvl5pPr indent="-330200" lvl="4" marL="22860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5pPr>
            <a:lvl6pPr indent="-330200" lvl="5" marL="27432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6pPr>
            <a:lvl7pPr indent="-330200" lvl="6" marL="32004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7pPr>
            <a:lvl8pPr indent="-330200" lvl="7" marL="36576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8pPr>
            <a:lvl9pPr indent="-330200" lvl="8" marL="41148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9pPr>
          </a:lstStyle>
          <a:p/>
        </p:txBody>
      </p:sp>
      <p:pic>
        <p:nvPicPr>
          <p:cNvPr id="50" name="Google Shape;50;p9"/>
          <p:cNvPicPr preferRelativeResize="0"/>
          <p:nvPr/>
        </p:nvPicPr>
        <p:blipFill>
          <a:blip r:embed="rId2">
            <a:alphaModFix/>
          </a:blip>
          <a:stretch>
            <a:fillRect/>
          </a:stretch>
        </p:blipFill>
        <p:spPr>
          <a:xfrm>
            <a:off x="123949" y="4356400"/>
            <a:ext cx="1222874" cy="65482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3">
  <p:cSld name="CUSTOM_1_3_1">
    <p:spTree>
      <p:nvGrpSpPr>
        <p:cNvPr id="51" name="Shape 51"/>
        <p:cNvGrpSpPr/>
        <p:nvPr/>
      </p:nvGrpSpPr>
      <p:grpSpPr>
        <a:xfrm>
          <a:off x="0" y="0"/>
          <a:ext cx="0" cy="0"/>
          <a:chOff x="0" y="0"/>
          <a:chExt cx="0" cy="0"/>
        </a:xfrm>
      </p:grpSpPr>
      <p:pic>
        <p:nvPicPr>
          <p:cNvPr id="52" name="Google Shape;52;p10"/>
          <p:cNvPicPr preferRelativeResize="0"/>
          <p:nvPr/>
        </p:nvPicPr>
        <p:blipFill>
          <a:blip r:embed="rId2">
            <a:alphaModFix/>
          </a:blip>
          <a:stretch>
            <a:fillRect/>
          </a:stretch>
        </p:blipFill>
        <p:spPr>
          <a:xfrm>
            <a:off x="123949" y="4356400"/>
            <a:ext cx="1222874" cy="65482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4">
  <p:cSld name="CUSTOM_1_4_4_3_1_1">
    <p:spTree>
      <p:nvGrpSpPr>
        <p:cNvPr id="53" name="Shape 53"/>
        <p:cNvGrpSpPr/>
        <p:nvPr/>
      </p:nvGrpSpPr>
      <p:grpSpPr>
        <a:xfrm>
          <a:off x="0" y="0"/>
          <a:ext cx="0" cy="0"/>
          <a:chOff x="0" y="0"/>
          <a:chExt cx="0" cy="0"/>
        </a:xfrm>
      </p:grpSpPr>
      <p:sp>
        <p:nvSpPr>
          <p:cNvPr id="54" name="Google Shape;54;p11"/>
          <p:cNvSpPr/>
          <p:nvPr/>
        </p:nvSpPr>
        <p:spPr>
          <a:xfrm>
            <a:off x="8462250" y="-54400"/>
            <a:ext cx="752100" cy="52536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FFFFFF"/>
              </a:solidFill>
              <a:latin typeface="Roboto"/>
              <a:ea typeface="Roboto"/>
              <a:cs typeface="Roboto"/>
              <a:sym typeface="Roboto"/>
            </a:endParaRPr>
          </a:p>
        </p:txBody>
      </p:sp>
      <p:pic>
        <p:nvPicPr>
          <p:cNvPr id="55" name="Google Shape;55;p11"/>
          <p:cNvPicPr preferRelativeResize="0"/>
          <p:nvPr/>
        </p:nvPicPr>
        <p:blipFill rotWithShape="1">
          <a:blip r:embed="rId2">
            <a:alphaModFix amt="95000"/>
          </a:blip>
          <a:srcRect b="0" l="0" r="0" t="0"/>
          <a:stretch/>
        </p:blipFill>
        <p:spPr>
          <a:xfrm>
            <a:off x="7757618" y="0"/>
            <a:ext cx="1280794" cy="5143500"/>
          </a:xfrm>
          <a:prstGeom prst="rect">
            <a:avLst/>
          </a:prstGeom>
          <a:noFill/>
          <a:ln>
            <a:noFill/>
          </a:ln>
        </p:spPr>
      </p:pic>
      <p:sp>
        <p:nvSpPr>
          <p:cNvPr id="56" name="Google Shape;56;p11"/>
          <p:cNvSpPr txBox="1"/>
          <p:nvPr>
            <p:ph type="title"/>
          </p:nvPr>
        </p:nvSpPr>
        <p:spPr>
          <a:xfrm>
            <a:off x="277050" y="328825"/>
            <a:ext cx="8185200" cy="5889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Clr>
                <a:schemeClr val="accent4"/>
              </a:buClr>
              <a:buSzPts val="2800"/>
              <a:buFont typeface="Roboto"/>
              <a:buNone/>
              <a:defRPr b="1">
                <a:solidFill>
                  <a:schemeClr val="accent4"/>
                </a:solidFill>
                <a:latin typeface="Roboto"/>
                <a:ea typeface="Roboto"/>
                <a:cs typeface="Roboto"/>
                <a:sym typeface="Roboto"/>
              </a:defRPr>
            </a:lvl1pPr>
            <a:lvl2pPr lvl="1" rtl="0" algn="l">
              <a:lnSpc>
                <a:spcPct val="100000"/>
              </a:lnSpc>
              <a:spcBef>
                <a:spcPts val="0"/>
              </a:spcBef>
              <a:spcAft>
                <a:spcPts val="0"/>
              </a:spcAft>
              <a:buClr>
                <a:schemeClr val="accent4"/>
              </a:buClr>
              <a:buSzPts val="2800"/>
              <a:buNone/>
              <a:defRPr>
                <a:solidFill>
                  <a:schemeClr val="accent4"/>
                </a:solidFill>
              </a:defRPr>
            </a:lvl2pPr>
            <a:lvl3pPr lvl="2" rtl="0" algn="l">
              <a:lnSpc>
                <a:spcPct val="100000"/>
              </a:lnSpc>
              <a:spcBef>
                <a:spcPts val="0"/>
              </a:spcBef>
              <a:spcAft>
                <a:spcPts val="0"/>
              </a:spcAft>
              <a:buClr>
                <a:schemeClr val="accent4"/>
              </a:buClr>
              <a:buSzPts val="2800"/>
              <a:buNone/>
              <a:defRPr>
                <a:solidFill>
                  <a:schemeClr val="accent4"/>
                </a:solidFill>
              </a:defRPr>
            </a:lvl3pPr>
            <a:lvl4pPr lvl="3" rtl="0" algn="l">
              <a:lnSpc>
                <a:spcPct val="100000"/>
              </a:lnSpc>
              <a:spcBef>
                <a:spcPts val="0"/>
              </a:spcBef>
              <a:spcAft>
                <a:spcPts val="0"/>
              </a:spcAft>
              <a:buClr>
                <a:schemeClr val="accent4"/>
              </a:buClr>
              <a:buSzPts val="2800"/>
              <a:buNone/>
              <a:defRPr>
                <a:solidFill>
                  <a:schemeClr val="accent4"/>
                </a:solidFill>
              </a:defRPr>
            </a:lvl4pPr>
            <a:lvl5pPr lvl="4" rtl="0" algn="l">
              <a:lnSpc>
                <a:spcPct val="100000"/>
              </a:lnSpc>
              <a:spcBef>
                <a:spcPts val="0"/>
              </a:spcBef>
              <a:spcAft>
                <a:spcPts val="0"/>
              </a:spcAft>
              <a:buClr>
                <a:schemeClr val="accent4"/>
              </a:buClr>
              <a:buSzPts val="2800"/>
              <a:buNone/>
              <a:defRPr>
                <a:solidFill>
                  <a:schemeClr val="accent4"/>
                </a:solidFill>
              </a:defRPr>
            </a:lvl5pPr>
            <a:lvl6pPr lvl="5" rtl="0" algn="l">
              <a:lnSpc>
                <a:spcPct val="100000"/>
              </a:lnSpc>
              <a:spcBef>
                <a:spcPts val="0"/>
              </a:spcBef>
              <a:spcAft>
                <a:spcPts val="0"/>
              </a:spcAft>
              <a:buClr>
                <a:schemeClr val="accent4"/>
              </a:buClr>
              <a:buSzPts val="2800"/>
              <a:buNone/>
              <a:defRPr>
                <a:solidFill>
                  <a:schemeClr val="accent4"/>
                </a:solidFill>
              </a:defRPr>
            </a:lvl6pPr>
            <a:lvl7pPr lvl="6" rtl="0" algn="l">
              <a:lnSpc>
                <a:spcPct val="100000"/>
              </a:lnSpc>
              <a:spcBef>
                <a:spcPts val="0"/>
              </a:spcBef>
              <a:spcAft>
                <a:spcPts val="0"/>
              </a:spcAft>
              <a:buClr>
                <a:schemeClr val="accent4"/>
              </a:buClr>
              <a:buSzPts val="2800"/>
              <a:buNone/>
              <a:defRPr>
                <a:solidFill>
                  <a:schemeClr val="accent4"/>
                </a:solidFill>
              </a:defRPr>
            </a:lvl7pPr>
            <a:lvl8pPr lvl="7" rtl="0" algn="l">
              <a:lnSpc>
                <a:spcPct val="100000"/>
              </a:lnSpc>
              <a:spcBef>
                <a:spcPts val="0"/>
              </a:spcBef>
              <a:spcAft>
                <a:spcPts val="0"/>
              </a:spcAft>
              <a:buClr>
                <a:schemeClr val="accent4"/>
              </a:buClr>
              <a:buSzPts val="2800"/>
              <a:buNone/>
              <a:defRPr>
                <a:solidFill>
                  <a:schemeClr val="accent4"/>
                </a:solidFill>
              </a:defRPr>
            </a:lvl8pPr>
            <a:lvl9pPr lvl="8" rtl="0" algn="l">
              <a:lnSpc>
                <a:spcPct val="100000"/>
              </a:lnSpc>
              <a:spcBef>
                <a:spcPts val="0"/>
              </a:spcBef>
              <a:spcAft>
                <a:spcPts val="0"/>
              </a:spcAft>
              <a:buClr>
                <a:schemeClr val="accent4"/>
              </a:buClr>
              <a:buSzPts val="2800"/>
              <a:buNone/>
              <a:defRPr>
                <a:solidFill>
                  <a:schemeClr val="accent4"/>
                </a:solidFill>
              </a:defRPr>
            </a:lvl9pPr>
          </a:lstStyle>
          <a:p/>
        </p:txBody>
      </p:sp>
      <p:sp>
        <p:nvSpPr>
          <p:cNvPr id="57" name="Google Shape;57;p11"/>
          <p:cNvSpPr txBox="1"/>
          <p:nvPr>
            <p:ph idx="1" type="body"/>
          </p:nvPr>
        </p:nvSpPr>
        <p:spPr>
          <a:xfrm>
            <a:off x="351550" y="1433725"/>
            <a:ext cx="7763700" cy="3030600"/>
          </a:xfrm>
          <a:prstGeom prst="rect">
            <a:avLst/>
          </a:prstGeom>
          <a:noFill/>
          <a:ln>
            <a:noFill/>
          </a:ln>
        </p:spPr>
        <p:txBody>
          <a:bodyPr anchorCtr="0" anchor="t" bIns="91425" lIns="91425" spcFirstLastPara="1" rIns="91425" wrap="square" tIns="91425">
            <a:normAutofit/>
          </a:bodyPr>
          <a:lstStyle>
            <a:lvl1pPr indent="-330200" lvl="0" marL="4572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1pPr>
            <a:lvl2pPr indent="-330200" lvl="1" marL="9144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2pPr>
            <a:lvl3pPr indent="-330200" lvl="2" marL="13716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3pPr>
            <a:lvl4pPr indent="-330200" lvl="3" marL="18288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4pPr>
            <a:lvl5pPr indent="-330200" lvl="4" marL="22860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5pPr>
            <a:lvl6pPr indent="-330200" lvl="5" marL="27432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6pPr>
            <a:lvl7pPr indent="-330200" lvl="6" marL="32004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7pPr>
            <a:lvl8pPr indent="-330200" lvl="7" marL="36576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8pPr>
            <a:lvl9pPr indent="-330200" lvl="8" marL="41148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9pPr>
          </a:lstStyle>
          <a:p/>
        </p:txBody>
      </p:sp>
      <p:sp>
        <p:nvSpPr>
          <p:cNvPr id="58" name="Google Shape;58;p11"/>
          <p:cNvSpPr txBox="1"/>
          <p:nvPr>
            <p:ph idx="2" type="title"/>
          </p:nvPr>
        </p:nvSpPr>
        <p:spPr>
          <a:xfrm>
            <a:off x="277050" y="709825"/>
            <a:ext cx="8185200" cy="588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dk2"/>
              </a:buClr>
              <a:buSzPts val="1800"/>
              <a:buFont typeface="Roboto"/>
              <a:buNone/>
              <a:defRPr i="1" sz="1800">
                <a:solidFill>
                  <a:schemeClr val="dk2"/>
                </a:solidFill>
                <a:latin typeface="Roboto"/>
                <a:ea typeface="Roboto"/>
                <a:cs typeface="Roboto"/>
                <a:sym typeface="Roboto"/>
              </a:defRPr>
            </a:lvl1pPr>
            <a:lvl2pPr lvl="1" rtl="0" algn="l">
              <a:lnSpc>
                <a:spcPct val="100000"/>
              </a:lnSpc>
              <a:spcBef>
                <a:spcPts val="0"/>
              </a:spcBef>
              <a:spcAft>
                <a:spcPts val="0"/>
              </a:spcAft>
              <a:buClr>
                <a:schemeClr val="dk2"/>
              </a:buClr>
              <a:buSzPts val="1800"/>
              <a:buNone/>
              <a:defRPr i="1" sz="1800">
                <a:solidFill>
                  <a:schemeClr val="dk2"/>
                </a:solidFill>
              </a:defRPr>
            </a:lvl2pPr>
            <a:lvl3pPr lvl="2" rtl="0" algn="l">
              <a:lnSpc>
                <a:spcPct val="100000"/>
              </a:lnSpc>
              <a:spcBef>
                <a:spcPts val="0"/>
              </a:spcBef>
              <a:spcAft>
                <a:spcPts val="0"/>
              </a:spcAft>
              <a:buClr>
                <a:schemeClr val="dk2"/>
              </a:buClr>
              <a:buSzPts val="1800"/>
              <a:buNone/>
              <a:defRPr i="1" sz="1800">
                <a:solidFill>
                  <a:schemeClr val="dk2"/>
                </a:solidFill>
              </a:defRPr>
            </a:lvl3pPr>
            <a:lvl4pPr lvl="3" rtl="0" algn="l">
              <a:lnSpc>
                <a:spcPct val="100000"/>
              </a:lnSpc>
              <a:spcBef>
                <a:spcPts val="0"/>
              </a:spcBef>
              <a:spcAft>
                <a:spcPts val="0"/>
              </a:spcAft>
              <a:buClr>
                <a:schemeClr val="dk2"/>
              </a:buClr>
              <a:buSzPts val="1800"/>
              <a:buNone/>
              <a:defRPr i="1" sz="1800">
                <a:solidFill>
                  <a:schemeClr val="dk2"/>
                </a:solidFill>
              </a:defRPr>
            </a:lvl4pPr>
            <a:lvl5pPr lvl="4" rtl="0" algn="l">
              <a:lnSpc>
                <a:spcPct val="100000"/>
              </a:lnSpc>
              <a:spcBef>
                <a:spcPts val="0"/>
              </a:spcBef>
              <a:spcAft>
                <a:spcPts val="0"/>
              </a:spcAft>
              <a:buClr>
                <a:schemeClr val="dk2"/>
              </a:buClr>
              <a:buSzPts val="1800"/>
              <a:buNone/>
              <a:defRPr i="1" sz="1800">
                <a:solidFill>
                  <a:schemeClr val="dk2"/>
                </a:solidFill>
              </a:defRPr>
            </a:lvl5pPr>
            <a:lvl6pPr lvl="5" rtl="0" algn="l">
              <a:lnSpc>
                <a:spcPct val="100000"/>
              </a:lnSpc>
              <a:spcBef>
                <a:spcPts val="0"/>
              </a:spcBef>
              <a:spcAft>
                <a:spcPts val="0"/>
              </a:spcAft>
              <a:buClr>
                <a:schemeClr val="dk2"/>
              </a:buClr>
              <a:buSzPts val="1800"/>
              <a:buNone/>
              <a:defRPr i="1" sz="1800">
                <a:solidFill>
                  <a:schemeClr val="dk2"/>
                </a:solidFill>
              </a:defRPr>
            </a:lvl6pPr>
            <a:lvl7pPr lvl="6" rtl="0" algn="l">
              <a:lnSpc>
                <a:spcPct val="100000"/>
              </a:lnSpc>
              <a:spcBef>
                <a:spcPts val="0"/>
              </a:spcBef>
              <a:spcAft>
                <a:spcPts val="0"/>
              </a:spcAft>
              <a:buClr>
                <a:schemeClr val="dk2"/>
              </a:buClr>
              <a:buSzPts val="1800"/>
              <a:buNone/>
              <a:defRPr i="1" sz="1800">
                <a:solidFill>
                  <a:schemeClr val="dk2"/>
                </a:solidFill>
              </a:defRPr>
            </a:lvl7pPr>
            <a:lvl8pPr lvl="7" rtl="0" algn="l">
              <a:lnSpc>
                <a:spcPct val="100000"/>
              </a:lnSpc>
              <a:spcBef>
                <a:spcPts val="0"/>
              </a:spcBef>
              <a:spcAft>
                <a:spcPts val="0"/>
              </a:spcAft>
              <a:buClr>
                <a:schemeClr val="dk2"/>
              </a:buClr>
              <a:buSzPts val="1800"/>
              <a:buNone/>
              <a:defRPr i="1" sz="1800">
                <a:solidFill>
                  <a:schemeClr val="dk2"/>
                </a:solidFill>
              </a:defRPr>
            </a:lvl8pPr>
            <a:lvl9pPr lvl="8" rtl="0" algn="l">
              <a:lnSpc>
                <a:spcPct val="100000"/>
              </a:lnSpc>
              <a:spcBef>
                <a:spcPts val="0"/>
              </a:spcBef>
              <a:spcAft>
                <a:spcPts val="0"/>
              </a:spcAft>
              <a:buClr>
                <a:schemeClr val="dk2"/>
              </a:buClr>
              <a:buSzPts val="1800"/>
              <a:buNone/>
              <a:defRPr i="1" sz="1800">
                <a:solidFill>
                  <a:schemeClr val="dk2"/>
                </a:solidFill>
              </a:defRPr>
            </a:lvl9pPr>
          </a:lstStyle>
          <a:p/>
        </p:txBody>
      </p:sp>
      <p:pic>
        <p:nvPicPr>
          <p:cNvPr id="59" name="Google Shape;59;p11"/>
          <p:cNvPicPr preferRelativeResize="0"/>
          <p:nvPr/>
        </p:nvPicPr>
        <p:blipFill>
          <a:blip r:embed="rId3">
            <a:alphaModFix/>
          </a:blip>
          <a:stretch>
            <a:fillRect/>
          </a:stretch>
        </p:blipFill>
        <p:spPr>
          <a:xfrm>
            <a:off x="123949" y="4356400"/>
            <a:ext cx="1222874" cy="65482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 Título 1">
  <p:cSld name="CUSTOM_36_3_1_1">
    <p:spTree>
      <p:nvGrpSpPr>
        <p:cNvPr id="60" name="Shape 60"/>
        <p:cNvGrpSpPr/>
        <p:nvPr/>
      </p:nvGrpSpPr>
      <p:grpSpPr>
        <a:xfrm>
          <a:off x="0" y="0"/>
          <a:ext cx="0" cy="0"/>
          <a:chOff x="0" y="0"/>
          <a:chExt cx="0" cy="0"/>
        </a:xfrm>
      </p:grpSpPr>
      <p:sp>
        <p:nvSpPr>
          <p:cNvPr id="61" name="Google Shape;61;p12"/>
          <p:cNvSpPr/>
          <p:nvPr/>
        </p:nvSpPr>
        <p:spPr>
          <a:xfrm>
            <a:off x="0" y="0"/>
            <a:ext cx="9159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2"/>
          <p:cNvSpPr/>
          <p:nvPr/>
        </p:nvSpPr>
        <p:spPr>
          <a:xfrm>
            <a:off x="5256475" y="1204950"/>
            <a:ext cx="2733600" cy="2733600"/>
          </a:xfrm>
          <a:prstGeom prst="ellipse">
            <a:avLst/>
          </a:prstGeom>
          <a:solidFill>
            <a:srgbClr val="FFFFFF"/>
          </a:solidFill>
          <a:ln cap="flat" cmpd="sng" w="76200">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2"/>
          <p:cNvSpPr txBox="1"/>
          <p:nvPr>
            <p:ph type="title"/>
          </p:nvPr>
        </p:nvSpPr>
        <p:spPr>
          <a:xfrm>
            <a:off x="275000" y="1204950"/>
            <a:ext cx="4929600" cy="2666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800"/>
              <a:buNone/>
              <a:defRPr>
                <a:solidFill>
                  <a:schemeClr val="lt1"/>
                </a:solidFill>
              </a:defRPr>
            </a:lvl1pPr>
            <a:lvl2pPr lvl="1" rtl="0" algn="r">
              <a:lnSpc>
                <a:spcPct val="100000"/>
              </a:lnSpc>
              <a:spcBef>
                <a:spcPts val="0"/>
              </a:spcBef>
              <a:spcAft>
                <a:spcPts val="0"/>
              </a:spcAft>
              <a:buClr>
                <a:schemeClr val="lt1"/>
              </a:buClr>
              <a:buSzPts val="2800"/>
              <a:buNone/>
              <a:defRPr>
                <a:solidFill>
                  <a:schemeClr val="lt1"/>
                </a:solidFill>
              </a:defRPr>
            </a:lvl2pPr>
            <a:lvl3pPr lvl="2" rtl="0" algn="r">
              <a:lnSpc>
                <a:spcPct val="100000"/>
              </a:lnSpc>
              <a:spcBef>
                <a:spcPts val="0"/>
              </a:spcBef>
              <a:spcAft>
                <a:spcPts val="0"/>
              </a:spcAft>
              <a:buClr>
                <a:schemeClr val="lt1"/>
              </a:buClr>
              <a:buSzPts val="2800"/>
              <a:buNone/>
              <a:defRPr>
                <a:solidFill>
                  <a:schemeClr val="lt1"/>
                </a:solidFill>
              </a:defRPr>
            </a:lvl3pPr>
            <a:lvl4pPr lvl="3" rtl="0" algn="r">
              <a:lnSpc>
                <a:spcPct val="100000"/>
              </a:lnSpc>
              <a:spcBef>
                <a:spcPts val="0"/>
              </a:spcBef>
              <a:spcAft>
                <a:spcPts val="0"/>
              </a:spcAft>
              <a:buClr>
                <a:schemeClr val="lt1"/>
              </a:buClr>
              <a:buSzPts val="2800"/>
              <a:buNone/>
              <a:defRPr>
                <a:solidFill>
                  <a:schemeClr val="lt1"/>
                </a:solidFill>
              </a:defRPr>
            </a:lvl4pPr>
            <a:lvl5pPr lvl="4" rtl="0" algn="r">
              <a:lnSpc>
                <a:spcPct val="100000"/>
              </a:lnSpc>
              <a:spcBef>
                <a:spcPts val="0"/>
              </a:spcBef>
              <a:spcAft>
                <a:spcPts val="0"/>
              </a:spcAft>
              <a:buClr>
                <a:schemeClr val="lt1"/>
              </a:buClr>
              <a:buSzPts val="2800"/>
              <a:buNone/>
              <a:defRPr>
                <a:solidFill>
                  <a:schemeClr val="lt1"/>
                </a:solidFill>
              </a:defRPr>
            </a:lvl5pPr>
            <a:lvl6pPr lvl="5" rtl="0" algn="r">
              <a:lnSpc>
                <a:spcPct val="100000"/>
              </a:lnSpc>
              <a:spcBef>
                <a:spcPts val="0"/>
              </a:spcBef>
              <a:spcAft>
                <a:spcPts val="0"/>
              </a:spcAft>
              <a:buClr>
                <a:schemeClr val="lt1"/>
              </a:buClr>
              <a:buSzPts val="2800"/>
              <a:buNone/>
              <a:defRPr>
                <a:solidFill>
                  <a:schemeClr val="lt1"/>
                </a:solidFill>
              </a:defRPr>
            </a:lvl6pPr>
            <a:lvl7pPr lvl="6" rtl="0" algn="r">
              <a:lnSpc>
                <a:spcPct val="100000"/>
              </a:lnSpc>
              <a:spcBef>
                <a:spcPts val="0"/>
              </a:spcBef>
              <a:spcAft>
                <a:spcPts val="0"/>
              </a:spcAft>
              <a:buClr>
                <a:schemeClr val="lt1"/>
              </a:buClr>
              <a:buSzPts val="2800"/>
              <a:buNone/>
              <a:defRPr>
                <a:solidFill>
                  <a:schemeClr val="lt1"/>
                </a:solidFill>
              </a:defRPr>
            </a:lvl7pPr>
            <a:lvl8pPr lvl="7" rtl="0" algn="r">
              <a:lnSpc>
                <a:spcPct val="100000"/>
              </a:lnSpc>
              <a:spcBef>
                <a:spcPts val="0"/>
              </a:spcBef>
              <a:spcAft>
                <a:spcPts val="0"/>
              </a:spcAft>
              <a:buClr>
                <a:schemeClr val="lt1"/>
              </a:buClr>
              <a:buSzPts val="2800"/>
              <a:buNone/>
              <a:defRPr>
                <a:solidFill>
                  <a:schemeClr val="lt1"/>
                </a:solidFill>
              </a:defRPr>
            </a:lvl8pPr>
            <a:lvl9pPr lvl="8" rtl="0" algn="r">
              <a:lnSpc>
                <a:spcPct val="100000"/>
              </a:lnSpc>
              <a:spcBef>
                <a:spcPts val="0"/>
              </a:spcBef>
              <a:spcAft>
                <a:spcPts val="0"/>
              </a:spcAft>
              <a:buClr>
                <a:schemeClr val="lt1"/>
              </a:buClr>
              <a:buSzPts val="2800"/>
              <a:buNone/>
              <a:defRPr>
                <a:solidFill>
                  <a:schemeClr val="lt1"/>
                </a:solidFill>
              </a:defRPr>
            </a:lvl9pPr>
          </a:lstStyle>
          <a:p/>
        </p:txBody>
      </p:sp>
      <p:pic>
        <p:nvPicPr>
          <p:cNvPr id="64" name="Google Shape;64;p12"/>
          <p:cNvPicPr preferRelativeResize="0"/>
          <p:nvPr/>
        </p:nvPicPr>
        <p:blipFill>
          <a:blip r:embed="rId2">
            <a:alphaModFix/>
          </a:blip>
          <a:stretch>
            <a:fillRect/>
          </a:stretch>
        </p:blipFill>
        <p:spPr>
          <a:xfrm>
            <a:off x="5706725" y="1409175"/>
            <a:ext cx="1833099" cy="2129674"/>
          </a:xfrm>
          <a:prstGeom prst="rect">
            <a:avLst/>
          </a:prstGeom>
          <a:noFill/>
          <a:ln>
            <a:noFill/>
          </a:ln>
        </p:spPr>
      </p:pic>
      <p:pic>
        <p:nvPicPr>
          <p:cNvPr id="65" name="Google Shape;65;p12"/>
          <p:cNvPicPr preferRelativeResize="0"/>
          <p:nvPr/>
        </p:nvPicPr>
        <p:blipFill rotWithShape="1">
          <a:blip r:embed="rId3">
            <a:alphaModFix/>
          </a:blip>
          <a:srcRect b="0" l="0" r="0" t="0"/>
          <a:stretch/>
        </p:blipFill>
        <p:spPr>
          <a:xfrm>
            <a:off x="274988" y="4523625"/>
            <a:ext cx="920800" cy="3203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 Título 1 2">
  <p:cSld name="CUSTOM_36_3_1_1_2">
    <p:spTree>
      <p:nvGrpSpPr>
        <p:cNvPr id="66" name="Shape 66"/>
        <p:cNvGrpSpPr/>
        <p:nvPr/>
      </p:nvGrpSpPr>
      <p:grpSpPr>
        <a:xfrm>
          <a:off x="0" y="0"/>
          <a:ext cx="0" cy="0"/>
          <a:chOff x="0" y="0"/>
          <a:chExt cx="0" cy="0"/>
        </a:xfrm>
      </p:grpSpPr>
      <p:sp>
        <p:nvSpPr>
          <p:cNvPr id="67" name="Google Shape;67;p13"/>
          <p:cNvSpPr/>
          <p:nvPr/>
        </p:nvSpPr>
        <p:spPr>
          <a:xfrm>
            <a:off x="0" y="0"/>
            <a:ext cx="9159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3"/>
          <p:cNvSpPr/>
          <p:nvPr/>
        </p:nvSpPr>
        <p:spPr>
          <a:xfrm>
            <a:off x="5256475" y="1204950"/>
            <a:ext cx="2733600" cy="2733600"/>
          </a:xfrm>
          <a:prstGeom prst="ellipse">
            <a:avLst/>
          </a:prstGeom>
          <a:solidFill>
            <a:srgbClr val="FFFFFF"/>
          </a:solidFill>
          <a:ln cap="flat" cmpd="sng" w="76200">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3"/>
          <p:cNvSpPr txBox="1"/>
          <p:nvPr>
            <p:ph type="title"/>
          </p:nvPr>
        </p:nvSpPr>
        <p:spPr>
          <a:xfrm>
            <a:off x="275000" y="1204950"/>
            <a:ext cx="4929600" cy="2666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800"/>
              <a:buNone/>
              <a:defRPr>
                <a:solidFill>
                  <a:schemeClr val="lt1"/>
                </a:solidFill>
              </a:defRPr>
            </a:lvl1pPr>
            <a:lvl2pPr lvl="1" rtl="0" algn="r">
              <a:lnSpc>
                <a:spcPct val="100000"/>
              </a:lnSpc>
              <a:spcBef>
                <a:spcPts val="0"/>
              </a:spcBef>
              <a:spcAft>
                <a:spcPts val="0"/>
              </a:spcAft>
              <a:buClr>
                <a:schemeClr val="lt1"/>
              </a:buClr>
              <a:buSzPts val="2800"/>
              <a:buNone/>
              <a:defRPr>
                <a:solidFill>
                  <a:schemeClr val="lt1"/>
                </a:solidFill>
              </a:defRPr>
            </a:lvl2pPr>
            <a:lvl3pPr lvl="2" rtl="0" algn="r">
              <a:lnSpc>
                <a:spcPct val="100000"/>
              </a:lnSpc>
              <a:spcBef>
                <a:spcPts val="0"/>
              </a:spcBef>
              <a:spcAft>
                <a:spcPts val="0"/>
              </a:spcAft>
              <a:buClr>
                <a:schemeClr val="lt1"/>
              </a:buClr>
              <a:buSzPts val="2800"/>
              <a:buNone/>
              <a:defRPr>
                <a:solidFill>
                  <a:schemeClr val="lt1"/>
                </a:solidFill>
              </a:defRPr>
            </a:lvl3pPr>
            <a:lvl4pPr lvl="3" rtl="0" algn="r">
              <a:lnSpc>
                <a:spcPct val="100000"/>
              </a:lnSpc>
              <a:spcBef>
                <a:spcPts val="0"/>
              </a:spcBef>
              <a:spcAft>
                <a:spcPts val="0"/>
              </a:spcAft>
              <a:buClr>
                <a:schemeClr val="lt1"/>
              </a:buClr>
              <a:buSzPts val="2800"/>
              <a:buNone/>
              <a:defRPr>
                <a:solidFill>
                  <a:schemeClr val="lt1"/>
                </a:solidFill>
              </a:defRPr>
            </a:lvl4pPr>
            <a:lvl5pPr lvl="4" rtl="0" algn="r">
              <a:lnSpc>
                <a:spcPct val="100000"/>
              </a:lnSpc>
              <a:spcBef>
                <a:spcPts val="0"/>
              </a:spcBef>
              <a:spcAft>
                <a:spcPts val="0"/>
              </a:spcAft>
              <a:buClr>
                <a:schemeClr val="lt1"/>
              </a:buClr>
              <a:buSzPts val="2800"/>
              <a:buNone/>
              <a:defRPr>
                <a:solidFill>
                  <a:schemeClr val="lt1"/>
                </a:solidFill>
              </a:defRPr>
            </a:lvl5pPr>
            <a:lvl6pPr lvl="5" rtl="0" algn="r">
              <a:lnSpc>
                <a:spcPct val="100000"/>
              </a:lnSpc>
              <a:spcBef>
                <a:spcPts val="0"/>
              </a:spcBef>
              <a:spcAft>
                <a:spcPts val="0"/>
              </a:spcAft>
              <a:buClr>
                <a:schemeClr val="lt1"/>
              </a:buClr>
              <a:buSzPts val="2800"/>
              <a:buNone/>
              <a:defRPr>
                <a:solidFill>
                  <a:schemeClr val="lt1"/>
                </a:solidFill>
              </a:defRPr>
            </a:lvl6pPr>
            <a:lvl7pPr lvl="6" rtl="0" algn="r">
              <a:lnSpc>
                <a:spcPct val="100000"/>
              </a:lnSpc>
              <a:spcBef>
                <a:spcPts val="0"/>
              </a:spcBef>
              <a:spcAft>
                <a:spcPts val="0"/>
              </a:spcAft>
              <a:buClr>
                <a:schemeClr val="lt1"/>
              </a:buClr>
              <a:buSzPts val="2800"/>
              <a:buNone/>
              <a:defRPr>
                <a:solidFill>
                  <a:schemeClr val="lt1"/>
                </a:solidFill>
              </a:defRPr>
            </a:lvl7pPr>
            <a:lvl8pPr lvl="7" rtl="0" algn="r">
              <a:lnSpc>
                <a:spcPct val="100000"/>
              </a:lnSpc>
              <a:spcBef>
                <a:spcPts val="0"/>
              </a:spcBef>
              <a:spcAft>
                <a:spcPts val="0"/>
              </a:spcAft>
              <a:buClr>
                <a:schemeClr val="lt1"/>
              </a:buClr>
              <a:buSzPts val="2800"/>
              <a:buNone/>
              <a:defRPr>
                <a:solidFill>
                  <a:schemeClr val="lt1"/>
                </a:solidFill>
              </a:defRPr>
            </a:lvl8pPr>
            <a:lvl9pPr lvl="8" rtl="0" algn="r">
              <a:lnSpc>
                <a:spcPct val="100000"/>
              </a:lnSpc>
              <a:spcBef>
                <a:spcPts val="0"/>
              </a:spcBef>
              <a:spcAft>
                <a:spcPts val="0"/>
              </a:spcAft>
              <a:buClr>
                <a:schemeClr val="lt1"/>
              </a:buClr>
              <a:buSzPts val="2800"/>
              <a:buNone/>
              <a:defRPr>
                <a:solidFill>
                  <a:schemeClr val="lt1"/>
                </a:solidFill>
              </a:defRPr>
            </a:lvl9pPr>
          </a:lstStyle>
          <a:p/>
        </p:txBody>
      </p:sp>
      <p:pic>
        <p:nvPicPr>
          <p:cNvPr id="70" name="Google Shape;70;p13"/>
          <p:cNvPicPr preferRelativeResize="0"/>
          <p:nvPr/>
        </p:nvPicPr>
        <p:blipFill rotWithShape="1">
          <a:blip r:embed="rId2">
            <a:alphaModFix/>
          </a:blip>
          <a:srcRect b="0" l="0" r="0" t="0"/>
          <a:stretch/>
        </p:blipFill>
        <p:spPr>
          <a:xfrm>
            <a:off x="274988" y="4523625"/>
            <a:ext cx="920800" cy="320375"/>
          </a:xfrm>
          <a:prstGeom prst="rect">
            <a:avLst/>
          </a:prstGeom>
          <a:noFill/>
          <a:ln>
            <a:noFill/>
          </a:ln>
        </p:spPr>
      </p:pic>
      <p:pic>
        <p:nvPicPr>
          <p:cNvPr id="71" name="Google Shape;71;p13"/>
          <p:cNvPicPr preferRelativeResize="0"/>
          <p:nvPr/>
        </p:nvPicPr>
        <p:blipFill>
          <a:blip r:embed="rId3">
            <a:alphaModFix/>
          </a:blip>
          <a:stretch>
            <a:fillRect/>
          </a:stretch>
        </p:blipFill>
        <p:spPr>
          <a:xfrm>
            <a:off x="5044550" y="1328775"/>
            <a:ext cx="2904250" cy="33916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 Título 2">
  <p:cSld name="CUSTOM_2_3_4">
    <p:spTree>
      <p:nvGrpSpPr>
        <p:cNvPr id="72" name="Shape 72"/>
        <p:cNvGrpSpPr/>
        <p:nvPr/>
      </p:nvGrpSpPr>
      <p:grpSpPr>
        <a:xfrm>
          <a:off x="0" y="0"/>
          <a:ext cx="0" cy="0"/>
          <a:chOff x="0" y="0"/>
          <a:chExt cx="0" cy="0"/>
        </a:xfrm>
      </p:grpSpPr>
      <p:sp>
        <p:nvSpPr>
          <p:cNvPr id="73" name="Google Shape;73;p14"/>
          <p:cNvSpPr txBox="1"/>
          <p:nvPr>
            <p:ph type="title"/>
          </p:nvPr>
        </p:nvSpPr>
        <p:spPr>
          <a:xfrm>
            <a:off x="311700" y="2285400"/>
            <a:ext cx="8520600" cy="572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accent4"/>
              </a:buClr>
              <a:buSzPts val="4000"/>
              <a:buFont typeface="Roboto"/>
              <a:buNone/>
              <a:defRPr b="1" sz="4000">
                <a:solidFill>
                  <a:schemeClr val="accent4"/>
                </a:solidFill>
                <a:latin typeface="Roboto"/>
                <a:ea typeface="Roboto"/>
                <a:cs typeface="Roboto"/>
                <a:sym typeface="Roboto"/>
              </a:defRPr>
            </a:lvl1pPr>
            <a:lvl2pPr lvl="1"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2pPr>
            <a:lvl3pPr lvl="2"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3pPr>
            <a:lvl4pPr lvl="3"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4pPr>
            <a:lvl5pPr lvl="4"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5pPr>
            <a:lvl6pPr lvl="5"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6pPr>
            <a:lvl7pPr lvl="6"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7pPr>
            <a:lvl8pPr lvl="7"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8pPr>
            <a:lvl9pPr lvl="8"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9pPr>
          </a:lstStyle>
          <a:p/>
        </p:txBody>
      </p:sp>
      <p:pic>
        <p:nvPicPr>
          <p:cNvPr id="74" name="Google Shape;74;p14"/>
          <p:cNvPicPr preferRelativeResize="0"/>
          <p:nvPr/>
        </p:nvPicPr>
        <p:blipFill>
          <a:blip r:embed="rId2">
            <a:alphaModFix/>
          </a:blip>
          <a:stretch>
            <a:fillRect/>
          </a:stretch>
        </p:blipFill>
        <p:spPr>
          <a:xfrm>
            <a:off x="123949" y="4356400"/>
            <a:ext cx="1222874" cy="65482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p:cSld name="CUSTOM_36_1_1">
    <p:spTree>
      <p:nvGrpSpPr>
        <p:cNvPr id="75" name="Shape 75"/>
        <p:cNvGrpSpPr/>
        <p:nvPr/>
      </p:nvGrpSpPr>
      <p:grpSpPr>
        <a:xfrm>
          <a:off x="0" y="0"/>
          <a:ext cx="0" cy="0"/>
          <a:chOff x="0" y="0"/>
          <a:chExt cx="0" cy="0"/>
        </a:xfrm>
      </p:grpSpPr>
      <p:sp>
        <p:nvSpPr>
          <p:cNvPr id="76" name="Google Shape;76;p15"/>
          <p:cNvSpPr/>
          <p:nvPr/>
        </p:nvSpPr>
        <p:spPr>
          <a:xfrm>
            <a:off x="0" y="0"/>
            <a:ext cx="9159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5"/>
          <p:cNvSpPr/>
          <p:nvPr/>
        </p:nvSpPr>
        <p:spPr>
          <a:xfrm>
            <a:off x="5256475" y="1204950"/>
            <a:ext cx="2733600" cy="2733600"/>
          </a:xfrm>
          <a:prstGeom prst="ellipse">
            <a:avLst/>
          </a:prstGeom>
          <a:solidFill>
            <a:srgbClr val="FFFFFF"/>
          </a:solidFill>
          <a:ln cap="flat" cmpd="sng" w="76200">
            <a:solidFill>
              <a:srgbClr val="F6B2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8" name="Google Shape;78;p15"/>
          <p:cNvPicPr preferRelativeResize="0"/>
          <p:nvPr/>
        </p:nvPicPr>
        <p:blipFill rotWithShape="1">
          <a:blip r:embed="rId2">
            <a:alphaModFix/>
          </a:blip>
          <a:srcRect b="0" l="0" r="0" t="0"/>
          <a:stretch/>
        </p:blipFill>
        <p:spPr>
          <a:xfrm>
            <a:off x="5061838" y="1010313"/>
            <a:ext cx="3122875" cy="3122875"/>
          </a:xfrm>
          <a:prstGeom prst="rect">
            <a:avLst/>
          </a:prstGeom>
          <a:noFill/>
          <a:ln>
            <a:noFill/>
          </a:ln>
        </p:spPr>
      </p:pic>
      <p:sp>
        <p:nvSpPr>
          <p:cNvPr id="79" name="Google Shape;79;p15"/>
          <p:cNvSpPr txBox="1"/>
          <p:nvPr>
            <p:ph type="title"/>
          </p:nvPr>
        </p:nvSpPr>
        <p:spPr>
          <a:xfrm>
            <a:off x="275000" y="1204950"/>
            <a:ext cx="4929600" cy="2666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800"/>
              <a:buNone/>
              <a:defRPr>
                <a:solidFill>
                  <a:schemeClr val="lt1"/>
                </a:solidFill>
              </a:defRPr>
            </a:lvl1pPr>
            <a:lvl2pPr lvl="1" rtl="0" algn="r">
              <a:lnSpc>
                <a:spcPct val="100000"/>
              </a:lnSpc>
              <a:spcBef>
                <a:spcPts val="0"/>
              </a:spcBef>
              <a:spcAft>
                <a:spcPts val="0"/>
              </a:spcAft>
              <a:buClr>
                <a:schemeClr val="lt1"/>
              </a:buClr>
              <a:buSzPts val="2800"/>
              <a:buNone/>
              <a:defRPr>
                <a:solidFill>
                  <a:schemeClr val="lt1"/>
                </a:solidFill>
              </a:defRPr>
            </a:lvl2pPr>
            <a:lvl3pPr lvl="2" rtl="0" algn="r">
              <a:lnSpc>
                <a:spcPct val="100000"/>
              </a:lnSpc>
              <a:spcBef>
                <a:spcPts val="0"/>
              </a:spcBef>
              <a:spcAft>
                <a:spcPts val="0"/>
              </a:spcAft>
              <a:buClr>
                <a:schemeClr val="lt1"/>
              </a:buClr>
              <a:buSzPts val="2800"/>
              <a:buNone/>
              <a:defRPr>
                <a:solidFill>
                  <a:schemeClr val="lt1"/>
                </a:solidFill>
              </a:defRPr>
            </a:lvl3pPr>
            <a:lvl4pPr lvl="3" rtl="0" algn="r">
              <a:lnSpc>
                <a:spcPct val="100000"/>
              </a:lnSpc>
              <a:spcBef>
                <a:spcPts val="0"/>
              </a:spcBef>
              <a:spcAft>
                <a:spcPts val="0"/>
              </a:spcAft>
              <a:buClr>
                <a:schemeClr val="lt1"/>
              </a:buClr>
              <a:buSzPts val="2800"/>
              <a:buNone/>
              <a:defRPr>
                <a:solidFill>
                  <a:schemeClr val="lt1"/>
                </a:solidFill>
              </a:defRPr>
            </a:lvl4pPr>
            <a:lvl5pPr lvl="4" rtl="0" algn="r">
              <a:lnSpc>
                <a:spcPct val="100000"/>
              </a:lnSpc>
              <a:spcBef>
                <a:spcPts val="0"/>
              </a:spcBef>
              <a:spcAft>
                <a:spcPts val="0"/>
              </a:spcAft>
              <a:buClr>
                <a:schemeClr val="lt1"/>
              </a:buClr>
              <a:buSzPts val="2800"/>
              <a:buNone/>
              <a:defRPr>
                <a:solidFill>
                  <a:schemeClr val="lt1"/>
                </a:solidFill>
              </a:defRPr>
            </a:lvl5pPr>
            <a:lvl6pPr lvl="5" rtl="0" algn="r">
              <a:lnSpc>
                <a:spcPct val="100000"/>
              </a:lnSpc>
              <a:spcBef>
                <a:spcPts val="0"/>
              </a:spcBef>
              <a:spcAft>
                <a:spcPts val="0"/>
              </a:spcAft>
              <a:buClr>
                <a:schemeClr val="lt1"/>
              </a:buClr>
              <a:buSzPts val="2800"/>
              <a:buNone/>
              <a:defRPr>
                <a:solidFill>
                  <a:schemeClr val="lt1"/>
                </a:solidFill>
              </a:defRPr>
            </a:lvl6pPr>
            <a:lvl7pPr lvl="6" rtl="0" algn="r">
              <a:lnSpc>
                <a:spcPct val="100000"/>
              </a:lnSpc>
              <a:spcBef>
                <a:spcPts val="0"/>
              </a:spcBef>
              <a:spcAft>
                <a:spcPts val="0"/>
              </a:spcAft>
              <a:buClr>
                <a:schemeClr val="lt1"/>
              </a:buClr>
              <a:buSzPts val="2800"/>
              <a:buNone/>
              <a:defRPr>
                <a:solidFill>
                  <a:schemeClr val="lt1"/>
                </a:solidFill>
              </a:defRPr>
            </a:lvl7pPr>
            <a:lvl8pPr lvl="7" rtl="0" algn="r">
              <a:lnSpc>
                <a:spcPct val="100000"/>
              </a:lnSpc>
              <a:spcBef>
                <a:spcPts val="0"/>
              </a:spcBef>
              <a:spcAft>
                <a:spcPts val="0"/>
              </a:spcAft>
              <a:buClr>
                <a:schemeClr val="lt1"/>
              </a:buClr>
              <a:buSzPts val="2800"/>
              <a:buNone/>
              <a:defRPr>
                <a:solidFill>
                  <a:schemeClr val="lt1"/>
                </a:solidFill>
              </a:defRPr>
            </a:lvl8pPr>
            <a:lvl9pPr lvl="8" rtl="0" algn="r">
              <a:lnSpc>
                <a:spcPct val="100000"/>
              </a:lnSpc>
              <a:spcBef>
                <a:spcPts val="0"/>
              </a:spcBef>
              <a:spcAft>
                <a:spcPts val="0"/>
              </a:spcAft>
              <a:buClr>
                <a:schemeClr val="lt1"/>
              </a:buClr>
              <a:buSzPts val="2800"/>
              <a:buNone/>
              <a:defRPr>
                <a:solidFill>
                  <a:schemeClr val="lt1"/>
                </a:solidFill>
              </a:defRPr>
            </a:lvl9pPr>
          </a:lstStyle>
          <a:p/>
        </p:txBody>
      </p:sp>
      <p:pic>
        <p:nvPicPr>
          <p:cNvPr id="80" name="Google Shape;80;p15"/>
          <p:cNvPicPr preferRelativeResize="0"/>
          <p:nvPr/>
        </p:nvPicPr>
        <p:blipFill rotWithShape="1">
          <a:blip r:embed="rId3">
            <a:alphaModFix/>
          </a:blip>
          <a:srcRect b="0" l="0" r="0" t="0"/>
          <a:stretch/>
        </p:blipFill>
        <p:spPr>
          <a:xfrm>
            <a:off x="274988" y="4523625"/>
            <a:ext cx="920800" cy="3203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 - Título 1">
  <p:cSld name="CUSTOM_36_3_1">
    <p:spTree>
      <p:nvGrpSpPr>
        <p:cNvPr id="81" name="Shape 81"/>
        <p:cNvGrpSpPr/>
        <p:nvPr/>
      </p:nvGrpSpPr>
      <p:grpSpPr>
        <a:xfrm>
          <a:off x="0" y="0"/>
          <a:ext cx="0" cy="0"/>
          <a:chOff x="0" y="0"/>
          <a:chExt cx="0" cy="0"/>
        </a:xfrm>
      </p:grpSpPr>
      <p:sp>
        <p:nvSpPr>
          <p:cNvPr id="82" name="Google Shape;82;p16"/>
          <p:cNvSpPr/>
          <p:nvPr/>
        </p:nvSpPr>
        <p:spPr>
          <a:xfrm>
            <a:off x="0" y="0"/>
            <a:ext cx="9159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6"/>
          <p:cNvSpPr/>
          <p:nvPr/>
        </p:nvSpPr>
        <p:spPr>
          <a:xfrm>
            <a:off x="5256475" y="1204950"/>
            <a:ext cx="2733600" cy="2733600"/>
          </a:xfrm>
          <a:prstGeom prst="ellipse">
            <a:avLst/>
          </a:prstGeom>
          <a:solidFill>
            <a:srgbClr val="FFFFFF"/>
          </a:solidFill>
          <a:ln cap="flat" cmpd="sng" w="76200">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6"/>
          <p:cNvSpPr txBox="1"/>
          <p:nvPr>
            <p:ph type="title"/>
          </p:nvPr>
        </p:nvSpPr>
        <p:spPr>
          <a:xfrm>
            <a:off x="275000" y="1204950"/>
            <a:ext cx="4929600" cy="2666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800"/>
              <a:buNone/>
              <a:defRPr>
                <a:solidFill>
                  <a:schemeClr val="lt1"/>
                </a:solidFill>
              </a:defRPr>
            </a:lvl1pPr>
            <a:lvl2pPr lvl="1" rtl="0" algn="r">
              <a:lnSpc>
                <a:spcPct val="100000"/>
              </a:lnSpc>
              <a:spcBef>
                <a:spcPts val="0"/>
              </a:spcBef>
              <a:spcAft>
                <a:spcPts val="0"/>
              </a:spcAft>
              <a:buClr>
                <a:schemeClr val="lt1"/>
              </a:buClr>
              <a:buSzPts val="2800"/>
              <a:buNone/>
              <a:defRPr>
                <a:solidFill>
                  <a:schemeClr val="lt1"/>
                </a:solidFill>
              </a:defRPr>
            </a:lvl2pPr>
            <a:lvl3pPr lvl="2" rtl="0" algn="r">
              <a:lnSpc>
                <a:spcPct val="100000"/>
              </a:lnSpc>
              <a:spcBef>
                <a:spcPts val="0"/>
              </a:spcBef>
              <a:spcAft>
                <a:spcPts val="0"/>
              </a:spcAft>
              <a:buClr>
                <a:schemeClr val="lt1"/>
              </a:buClr>
              <a:buSzPts val="2800"/>
              <a:buNone/>
              <a:defRPr>
                <a:solidFill>
                  <a:schemeClr val="lt1"/>
                </a:solidFill>
              </a:defRPr>
            </a:lvl3pPr>
            <a:lvl4pPr lvl="3" rtl="0" algn="r">
              <a:lnSpc>
                <a:spcPct val="100000"/>
              </a:lnSpc>
              <a:spcBef>
                <a:spcPts val="0"/>
              </a:spcBef>
              <a:spcAft>
                <a:spcPts val="0"/>
              </a:spcAft>
              <a:buClr>
                <a:schemeClr val="lt1"/>
              </a:buClr>
              <a:buSzPts val="2800"/>
              <a:buNone/>
              <a:defRPr>
                <a:solidFill>
                  <a:schemeClr val="lt1"/>
                </a:solidFill>
              </a:defRPr>
            </a:lvl4pPr>
            <a:lvl5pPr lvl="4" rtl="0" algn="r">
              <a:lnSpc>
                <a:spcPct val="100000"/>
              </a:lnSpc>
              <a:spcBef>
                <a:spcPts val="0"/>
              </a:spcBef>
              <a:spcAft>
                <a:spcPts val="0"/>
              </a:spcAft>
              <a:buClr>
                <a:schemeClr val="lt1"/>
              </a:buClr>
              <a:buSzPts val="2800"/>
              <a:buNone/>
              <a:defRPr>
                <a:solidFill>
                  <a:schemeClr val="lt1"/>
                </a:solidFill>
              </a:defRPr>
            </a:lvl5pPr>
            <a:lvl6pPr lvl="5" rtl="0" algn="r">
              <a:lnSpc>
                <a:spcPct val="100000"/>
              </a:lnSpc>
              <a:spcBef>
                <a:spcPts val="0"/>
              </a:spcBef>
              <a:spcAft>
                <a:spcPts val="0"/>
              </a:spcAft>
              <a:buClr>
                <a:schemeClr val="lt1"/>
              </a:buClr>
              <a:buSzPts val="2800"/>
              <a:buNone/>
              <a:defRPr>
                <a:solidFill>
                  <a:schemeClr val="lt1"/>
                </a:solidFill>
              </a:defRPr>
            </a:lvl6pPr>
            <a:lvl7pPr lvl="6" rtl="0" algn="r">
              <a:lnSpc>
                <a:spcPct val="100000"/>
              </a:lnSpc>
              <a:spcBef>
                <a:spcPts val="0"/>
              </a:spcBef>
              <a:spcAft>
                <a:spcPts val="0"/>
              </a:spcAft>
              <a:buClr>
                <a:schemeClr val="lt1"/>
              </a:buClr>
              <a:buSzPts val="2800"/>
              <a:buNone/>
              <a:defRPr>
                <a:solidFill>
                  <a:schemeClr val="lt1"/>
                </a:solidFill>
              </a:defRPr>
            </a:lvl7pPr>
            <a:lvl8pPr lvl="7" rtl="0" algn="r">
              <a:lnSpc>
                <a:spcPct val="100000"/>
              </a:lnSpc>
              <a:spcBef>
                <a:spcPts val="0"/>
              </a:spcBef>
              <a:spcAft>
                <a:spcPts val="0"/>
              </a:spcAft>
              <a:buClr>
                <a:schemeClr val="lt1"/>
              </a:buClr>
              <a:buSzPts val="2800"/>
              <a:buNone/>
              <a:defRPr>
                <a:solidFill>
                  <a:schemeClr val="lt1"/>
                </a:solidFill>
              </a:defRPr>
            </a:lvl8pPr>
            <a:lvl9pPr lvl="8" rtl="0" algn="r">
              <a:lnSpc>
                <a:spcPct val="100000"/>
              </a:lnSpc>
              <a:spcBef>
                <a:spcPts val="0"/>
              </a:spcBef>
              <a:spcAft>
                <a:spcPts val="0"/>
              </a:spcAft>
              <a:buClr>
                <a:schemeClr val="lt1"/>
              </a:buClr>
              <a:buSzPts val="2800"/>
              <a:buNone/>
              <a:defRPr>
                <a:solidFill>
                  <a:schemeClr val="lt1"/>
                </a:solidFill>
              </a:defRPr>
            </a:lvl9pPr>
          </a:lstStyle>
          <a:p/>
        </p:txBody>
      </p:sp>
      <p:pic>
        <p:nvPicPr>
          <p:cNvPr id="85" name="Google Shape;85;p16"/>
          <p:cNvPicPr preferRelativeResize="0"/>
          <p:nvPr/>
        </p:nvPicPr>
        <p:blipFill rotWithShape="1">
          <a:blip r:embed="rId2">
            <a:alphaModFix/>
          </a:blip>
          <a:srcRect b="0" l="0" r="0" t="0"/>
          <a:stretch/>
        </p:blipFill>
        <p:spPr>
          <a:xfrm>
            <a:off x="274988" y="4523625"/>
            <a:ext cx="920800" cy="320375"/>
          </a:xfrm>
          <a:prstGeom prst="rect">
            <a:avLst/>
          </a:prstGeom>
          <a:noFill/>
          <a:ln>
            <a:noFill/>
          </a:ln>
        </p:spPr>
      </p:pic>
      <p:pic>
        <p:nvPicPr>
          <p:cNvPr id="86" name="Google Shape;86;p16"/>
          <p:cNvPicPr preferRelativeResize="0"/>
          <p:nvPr/>
        </p:nvPicPr>
        <p:blipFill>
          <a:blip r:embed="rId3">
            <a:alphaModFix/>
          </a:blip>
          <a:stretch>
            <a:fillRect/>
          </a:stretch>
        </p:blipFill>
        <p:spPr>
          <a:xfrm>
            <a:off x="5864500" y="1204950"/>
            <a:ext cx="1738550" cy="254157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 - Desarrollo">
  <p:cSld name="CUSTOM_1_4_4_3_1">
    <p:spTree>
      <p:nvGrpSpPr>
        <p:cNvPr id="87" name="Shape 87"/>
        <p:cNvGrpSpPr/>
        <p:nvPr/>
      </p:nvGrpSpPr>
      <p:grpSpPr>
        <a:xfrm>
          <a:off x="0" y="0"/>
          <a:ext cx="0" cy="0"/>
          <a:chOff x="0" y="0"/>
          <a:chExt cx="0" cy="0"/>
        </a:xfrm>
      </p:grpSpPr>
      <p:sp>
        <p:nvSpPr>
          <p:cNvPr id="88" name="Google Shape;88;p17"/>
          <p:cNvSpPr txBox="1"/>
          <p:nvPr>
            <p:ph type="title"/>
          </p:nvPr>
        </p:nvSpPr>
        <p:spPr>
          <a:xfrm>
            <a:off x="277050" y="328825"/>
            <a:ext cx="8565600" cy="5889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Clr>
                <a:schemeClr val="accent2"/>
              </a:buClr>
              <a:buSzPts val="2800"/>
              <a:buFont typeface="Roboto"/>
              <a:buNone/>
              <a:defRPr b="1">
                <a:solidFill>
                  <a:schemeClr val="accent2"/>
                </a:solidFill>
                <a:latin typeface="Roboto"/>
                <a:ea typeface="Roboto"/>
                <a:cs typeface="Roboto"/>
                <a:sym typeface="Roboto"/>
              </a:defRPr>
            </a:lvl1pPr>
            <a:lvl2pPr lvl="1" rtl="0" algn="l">
              <a:lnSpc>
                <a:spcPct val="100000"/>
              </a:lnSpc>
              <a:spcBef>
                <a:spcPts val="0"/>
              </a:spcBef>
              <a:spcAft>
                <a:spcPts val="0"/>
              </a:spcAft>
              <a:buClr>
                <a:schemeClr val="accent2"/>
              </a:buClr>
              <a:buSzPts val="2800"/>
              <a:buNone/>
              <a:defRPr>
                <a:solidFill>
                  <a:schemeClr val="accent2"/>
                </a:solidFill>
              </a:defRPr>
            </a:lvl2pPr>
            <a:lvl3pPr lvl="2" rtl="0" algn="l">
              <a:lnSpc>
                <a:spcPct val="100000"/>
              </a:lnSpc>
              <a:spcBef>
                <a:spcPts val="0"/>
              </a:spcBef>
              <a:spcAft>
                <a:spcPts val="0"/>
              </a:spcAft>
              <a:buClr>
                <a:schemeClr val="accent2"/>
              </a:buClr>
              <a:buSzPts val="2800"/>
              <a:buNone/>
              <a:defRPr>
                <a:solidFill>
                  <a:schemeClr val="accent2"/>
                </a:solidFill>
              </a:defRPr>
            </a:lvl3pPr>
            <a:lvl4pPr lvl="3" rtl="0" algn="l">
              <a:lnSpc>
                <a:spcPct val="100000"/>
              </a:lnSpc>
              <a:spcBef>
                <a:spcPts val="0"/>
              </a:spcBef>
              <a:spcAft>
                <a:spcPts val="0"/>
              </a:spcAft>
              <a:buClr>
                <a:schemeClr val="accent2"/>
              </a:buClr>
              <a:buSzPts val="2800"/>
              <a:buNone/>
              <a:defRPr>
                <a:solidFill>
                  <a:schemeClr val="accent2"/>
                </a:solidFill>
              </a:defRPr>
            </a:lvl4pPr>
            <a:lvl5pPr lvl="4" rtl="0" algn="l">
              <a:lnSpc>
                <a:spcPct val="100000"/>
              </a:lnSpc>
              <a:spcBef>
                <a:spcPts val="0"/>
              </a:spcBef>
              <a:spcAft>
                <a:spcPts val="0"/>
              </a:spcAft>
              <a:buClr>
                <a:schemeClr val="accent2"/>
              </a:buClr>
              <a:buSzPts val="2800"/>
              <a:buNone/>
              <a:defRPr>
                <a:solidFill>
                  <a:schemeClr val="accent2"/>
                </a:solidFill>
              </a:defRPr>
            </a:lvl5pPr>
            <a:lvl6pPr lvl="5" rtl="0" algn="l">
              <a:lnSpc>
                <a:spcPct val="100000"/>
              </a:lnSpc>
              <a:spcBef>
                <a:spcPts val="0"/>
              </a:spcBef>
              <a:spcAft>
                <a:spcPts val="0"/>
              </a:spcAft>
              <a:buClr>
                <a:schemeClr val="accent2"/>
              </a:buClr>
              <a:buSzPts val="2800"/>
              <a:buNone/>
              <a:defRPr>
                <a:solidFill>
                  <a:schemeClr val="accent2"/>
                </a:solidFill>
              </a:defRPr>
            </a:lvl6pPr>
            <a:lvl7pPr lvl="6" rtl="0" algn="l">
              <a:lnSpc>
                <a:spcPct val="100000"/>
              </a:lnSpc>
              <a:spcBef>
                <a:spcPts val="0"/>
              </a:spcBef>
              <a:spcAft>
                <a:spcPts val="0"/>
              </a:spcAft>
              <a:buClr>
                <a:schemeClr val="accent2"/>
              </a:buClr>
              <a:buSzPts val="2800"/>
              <a:buNone/>
              <a:defRPr>
                <a:solidFill>
                  <a:schemeClr val="accent2"/>
                </a:solidFill>
              </a:defRPr>
            </a:lvl7pPr>
            <a:lvl8pPr lvl="7" rtl="0" algn="l">
              <a:lnSpc>
                <a:spcPct val="100000"/>
              </a:lnSpc>
              <a:spcBef>
                <a:spcPts val="0"/>
              </a:spcBef>
              <a:spcAft>
                <a:spcPts val="0"/>
              </a:spcAft>
              <a:buClr>
                <a:schemeClr val="accent2"/>
              </a:buClr>
              <a:buSzPts val="2800"/>
              <a:buNone/>
              <a:defRPr>
                <a:solidFill>
                  <a:schemeClr val="accent2"/>
                </a:solidFill>
              </a:defRPr>
            </a:lvl8pPr>
            <a:lvl9pPr lvl="8" rtl="0" algn="l">
              <a:lnSpc>
                <a:spcPct val="100000"/>
              </a:lnSpc>
              <a:spcBef>
                <a:spcPts val="0"/>
              </a:spcBef>
              <a:spcAft>
                <a:spcPts val="0"/>
              </a:spcAft>
              <a:buClr>
                <a:schemeClr val="accent2"/>
              </a:buClr>
              <a:buSzPts val="2800"/>
              <a:buNone/>
              <a:defRPr>
                <a:solidFill>
                  <a:schemeClr val="accent2"/>
                </a:solidFill>
              </a:defRPr>
            </a:lvl9pPr>
          </a:lstStyle>
          <a:p/>
        </p:txBody>
      </p:sp>
      <p:sp>
        <p:nvSpPr>
          <p:cNvPr id="89" name="Google Shape;89;p17"/>
          <p:cNvSpPr txBox="1"/>
          <p:nvPr>
            <p:ph idx="1" type="body"/>
          </p:nvPr>
        </p:nvSpPr>
        <p:spPr>
          <a:xfrm>
            <a:off x="355016" y="1433725"/>
            <a:ext cx="8487300" cy="3030600"/>
          </a:xfrm>
          <a:prstGeom prst="rect">
            <a:avLst/>
          </a:prstGeom>
          <a:noFill/>
          <a:ln>
            <a:noFill/>
          </a:ln>
        </p:spPr>
        <p:txBody>
          <a:bodyPr anchorCtr="0" anchor="t" bIns="91425" lIns="91425" spcFirstLastPara="1" rIns="91425" wrap="square" tIns="91425">
            <a:normAutofit/>
          </a:bodyPr>
          <a:lstStyle>
            <a:lvl1pPr indent="-330200" lvl="0" marL="4572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1pPr>
            <a:lvl2pPr indent="-330200" lvl="1" marL="9144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2pPr>
            <a:lvl3pPr indent="-330200" lvl="2" marL="13716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3pPr>
            <a:lvl4pPr indent="-330200" lvl="3" marL="18288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4pPr>
            <a:lvl5pPr indent="-330200" lvl="4" marL="22860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5pPr>
            <a:lvl6pPr indent="-330200" lvl="5" marL="27432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6pPr>
            <a:lvl7pPr indent="-330200" lvl="6" marL="32004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7pPr>
            <a:lvl8pPr indent="-330200" lvl="7" marL="36576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8pPr>
            <a:lvl9pPr indent="-330200" lvl="8" marL="41148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9pPr>
          </a:lstStyle>
          <a:p/>
        </p:txBody>
      </p:sp>
      <p:sp>
        <p:nvSpPr>
          <p:cNvPr id="90" name="Google Shape;90;p17"/>
          <p:cNvSpPr txBox="1"/>
          <p:nvPr>
            <p:ph idx="2" type="title"/>
          </p:nvPr>
        </p:nvSpPr>
        <p:spPr>
          <a:xfrm>
            <a:off x="277050" y="709825"/>
            <a:ext cx="8565600" cy="588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dk2"/>
              </a:buClr>
              <a:buSzPts val="1800"/>
              <a:buFont typeface="Roboto"/>
              <a:buNone/>
              <a:defRPr i="1" sz="1800">
                <a:solidFill>
                  <a:schemeClr val="dk2"/>
                </a:solidFill>
                <a:latin typeface="Roboto"/>
                <a:ea typeface="Roboto"/>
                <a:cs typeface="Roboto"/>
                <a:sym typeface="Roboto"/>
              </a:defRPr>
            </a:lvl1pPr>
            <a:lvl2pPr lvl="1" rtl="0" algn="l">
              <a:lnSpc>
                <a:spcPct val="100000"/>
              </a:lnSpc>
              <a:spcBef>
                <a:spcPts val="0"/>
              </a:spcBef>
              <a:spcAft>
                <a:spcPts val="0"/>
              </a:spcAft>
              <a:buClr>
                <a:schemeClr val="dk2"/>
              </a:buClr>
              <a:buSzPts val="1800"/>
              <a:buNone/>
              <a:defRPr i="1" sz="1800">
                <a:solidFill>
                  <a:schemeClr val="dk2"/>
                </a:solidFill>
              </a:defRPr>
            </a:lvl2pPr>
            <a:lvl3pPr lvl="2" rtl="0" algn="l">
              <a:lnSpc>
                <a:spcPct val="100000"/>
              </a:lnSpc>
              <a:spcBef>
                <a:spcPts val="0"/>
              </a:spcBef>
              <a:spcAft>
                <a:spcPts val="0"/>
              </a:spcAft>
              <a:buClr>
                <a:schemeClr val="dk2"/>
              </a:buClr>
              <a:buSzPts val="1800"/>
              <a:buNone/>
              <a:defRPr i="1" sz="1800">
                <a:solidFill>
                  <a:schemeClr val="dk2"/>
                </a:solidFill>
              </a:defRPr>
            </a:lvl3pPr>
            <a:lvl4pPr lvl="3" rtl="0" algn="l">
              <a:lnSpc>
                <a:spcPct val="100000"/>
              </a:lnSpc>
              <a:spcBef>
                <a:spcPts val="0"/>
              </a:spcBef>
              <a:spcAft>
                <a:spcPts val="0"/>
              </a:spcAft>
              <a:buClr>
                <a:schemeClr val="dk2"/>
              </a:buClr>
              <a:buSzPts val="1800"/>
              <a:buNone/>
              <a:defRPr i="1" sz="1800">
                <a:solidFill>
                  <a:schemeClr val="dk2"/>
                </a:solidFill>
              </a:defRPr>
            </a:lvl4pPr>
            <a:lvl5pPr lvl="4" rtl="0" algn="l">
              <a:lnSpc>
                <a:spcPct val="100000"/>
              </a:lnSpc>
              <a:spcBef>
                <a:spcPts val="0"/>
              </a:spcBef>
              <a:spcAft>
                <a:spcPts val="0"/>
              </a:spcAft>
              <a:buClr>
                <a:schemeClr val="dk2"/>
              </a:buClr>
              <a:buSzPts val="1800"/>
              <a:buNone/>
              <a:defRPr i="1" sz="1800">
                <a:solidFill>
                  <a:schemeClr val="dk2"/>
                </a:solidFill>
              </a:defRPr>
            </a:lvl5pPr>
            <a:lvl6pPr lvl="5" rtl="0" algn="l">
              <a:lnSpc>
                <a:spcPct val="100000"/>
              </a:lnSpc>
              <a:spcBef>
                <a:spcPts val="0"/>
              </a:spcBef>
              <a:spcAft>
                <a:spcPts val="0"/>
              </a:spcAft>
              <a:buClr>
                <a:schemeClr val="dk2"/>
              </a:buClr>
              <a:buSzPts val="1800"/>
              <a:buNone/>
              <a:defRPr i="1" sz="1800">
                <a:solidFill>
                  <a:schemeClr val="dk2"/>
                </a:solidFill>
              </a:defRPr>
            </a:lvl6pPr>
            <a:lvl7pPr lvl="6" rtl="0" algn="l">
              <a:lnSpc>
                <a:spcPct val="100000"/>
              </a:lnSpc>
              <a:spcBef>
                <a:spcPts val="0"/>
              </a:spcBef>
              <a:spcAft>
                <a:spcPts val="0"/>
              </a:spcAft>
              <a:buClr>
                <a:schemeClr val="dk2"/>
              </a:buClr>
              <a:buSzPts val="1800"/>
              <a:buNone/>
              <a:defRPr i="1" sz="1800">
                <a:solidFill>
                  <a:schemeClr val="dk2"/>
                </a:solidFill>
              </a:defRPr>
            </a:lvl7pPr>
            <a:lvl8pPr lvl="7" rtl="0" algn="l">
              <a:lnSpc>
                <a:spcPct val="100000"/>
              </a:lnSpc>
              <a:spcBef>
                <a:spcPts val="0"/>
              </a:spcBef>
              <a:spcAft>
                <a:spcPts val="0"/>
              </a:spcAft>
              <a:buClr>
                <a:schemeClr val="dk2"/>
              </a:buClr>
              <a:buSzPts val="1800"/>
              <a:buNone/>
              <a:defRPr i="1" sz="1800">
                <a:solidFill>
                  <a:schemeClr val="dk2"/>
                </a:solidFill>
              </a:defRPr>
            </a:lvl8pPr>
            <a:lvl9pPr lvl="8" rtl="0" algn="l">
              <a:lnSpc>
                <a:spcPct val="100000"/>
              </a:lnSpc>
              <a:spcBef>
                <a:spcPts val="0"/>
              </a:spcBef>
              <a:spcAft>
                <a:spcPts val="0"/>
              </a:spcAft>
              <a:buClr>
                <a:schemeClr val="dk2"/>
              </a:buClr>
              <a:buSzPts val="1800"/>
              <a:buNone/>
              <a:defRPr i="1" sz="1800">
                <a:solidFill>
                  <a:schemeClr val="dk2"/>
                </a:solidFill>
              </a:defRPr>
            </a:lvl9pPr>
          </a:lstStyle>
          <a:p/>
        </p:txBody>
      </p:sp>
      <p:pic>
        <p:nvPicPr>
          <p:cNvPr id="91" name="Google Shape;91;p17"/>
          <p:cNvPicPr preferRelativeResize="0"/>
          <p:nvPr/>
        </p:nvPicPr>
        <p:blipFill>
          <a:blip r:embed="rId2">
            <a:alphaModFix/>
          </a:blip>
          <a:stretch>
            <a:fillRect/>
          </a:stretch>
        </p:blipFill>
        <p:spPr>
          <a:xfrm>
            <a:off x="127762" y="4358437"/>
            <a:ext cx="1215249" cy="65072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 - Título 2">
  <p:cSld name="CUSTOM_2_3">
    <p:spTree>
      <p:nvGrpSpPr>
        <p:cNvPr id="92" name="Shape 92"/>
        <p:cNvGrpSpPr/>
        <p:nvPr/>
      </p:nvGrpSpPr>
      <p:grpSpPr>
        <a:xfrm>
          <a:off x="0" y="0"/>
          <a:ext cx="0" cy="0"/>
          <a:chOff x="0" y="0"/>
          <a:chExt cx="0" cy="0"/>
        </a:xfrm>
      </p:grpSpPr>
      <p:sp>
        <p:nvSpPr>
          <p:cNvPr id="93" name="Google Shape;93;p18"/>
          <p:cNvSpPr txBox="1"/>
          <p:nvPr>
            <p:ph type="title"/>
          </p:nvPr>
        </p:nvSpPr>
        <p:spPr>
          <a:xfrm>
            <a:off x="311700" y="2285400"/>
            <a:ext cx="8520600" cy="5727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2"/>
              </a:buClr>
              <a:buSzPts val="4000"/>
              <a:buFont typeface="Roboto"/>
              <a:buNone/>
              <a:defRPr b="1" sz="4000">
                <a:solidFill>
                  <a:schemeClr val="accent2"/>
                </a:solidFill>
                <a:latin typeface="Roboto"/>
                <a:ea typeface="Roboto"/>
                <a:cs typeface="Roboto"/>
                <a:sym typeface="Roboto"/>
              </a:defRPr>
            </a:lvl1pPr>
            <a:lvl2pPr lvl="1"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2pPr>
            <a:lvl3pPr lvl="2"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3pPr>
            <a:lvl4pPr lvl="3"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4pPr>
            <a:lvl5pPr lvl="4"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5pPr>
            <a:lvl6pPr lvl="5"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6pPr>
            <a:lvl7pPr lvl="6"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7pPr>
            <a:lvl8pPr lvl="7"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8pPr>
            <a:lvl9pPr lvl="8"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9pPr>
          </a:lstStyle>
          <a:p/>
        </p:txBody>
      </p:sp>
      <p:pic>
        <p:nvPicPr>
          <p:cNvPr id="94" name="Google Shape;94;p18"/>
          <p:cNvPicPr preferRelativeResize="0"/>
          <p:nvPr/>
        </p:nvPicPr>
        <p:blipFill>
          <a:blip r:embed="rId2">
            <a:alphaModFix/>
          </a:blip>
          <a:stretch>
            <a:fillRect/>
          </a:stretch>
        </p:blipFill>
        <p:spPr>
          <a:xfrm>
            <a:off x="127762" y="4358437"/>
            <a:ext cx="1215249" cy="6507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 - Próxima sesión">
  <p:cSld name="CUSTOM_3_1_1_1">
    <p:spTree>
      <p:nvGrpSpPr>
        <p:cNvPr id="95" name="Shape 95"/>
        <p:cNvGrpSpPr/>
        <p:nvPr/>
      </p:nvGrpSpPr>
      <p:grpSpPr>
        <a:xfrm>
          <a:off x="0" y="0"/>
          <a:ext cx="0" cy="0"/>
          <a:chOff x="0" y="0"/>
          <a:chExt cx="0" cy="0"/>
        </a:xfrm>
      </p:grpSpPr>
      <p:sp>
        <p:nvSpPr>
          <p:cNvPr id="96" name="Google Shape;96;p19"/>
          <p:cNvSpPr txBox="1"/>
          <p:nvPr>
            <p:ph type="title"/>
          </p:nvPr>
        </p:nvSpPr>
        <p:spPr>
          <a:xfrm>
            <a:off x="1419925" y="2481150"/>
            <a:ext cx="6093600" cy="14280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dk2"/>
              </a:buClr>
              <a:buSzPts val="1800"/>
              <a:buNone/>
              <a:defRPr b="0" i="1" sz="1800">
                <a:solidFill>
                  <a:schemeClr val="dk2"/>
                </a:solidFill>
              </a:defRPr>
            </a:lvl1pPr>
            <a:lvl2pPr lvl="1" rtl="0" algn="l">
              <a:lnSpc>
                <a:spcPct val="100000"/>
              </a:lnSpc>
              <a:spcBef>
                <a:spcPts val="0"/>
              </a:spcBef>
              <a:spcAft>
                <a:spcPts val="0"/>
              </a:spcAft>
              <a:buClr>
                <a:schemeClr val="dk2"/>
              </a:buClr>
              <a:buSzPts val="1800"/>
              <a:buNone/>
              <a:defRPr b="0" i="1" sz="1800">
                <a:solidFill>
                  <a:schemeClr val="dk2"/>
                </a:solidFill>
              </a:defRPr>
            </a:lvl2pPr>
            <a:lvl3pPr lvl="2" rtl="0" algn="l">
              <a:lnSpc>
                <a:spcPct val="100000"/>
              </a:lnSpc>
              <a:spcBef>
                <a:spcPts val="0"/>
              </a:spcBef>
              <a:spcAft>
                <a:spcPts val="0"/>
              </a:spcAft>
              <a:buClr>
                <a:schemeClr val="dk2"/>
              </a:buClr>
              <a:buSzPts val="1800"/>
              <a:buNone/>
              <a:defRPr b="0" i="1" sz="1800">
                <a:solidFill>
                  <a:schemeClr val="dk2"/>
                </a:solidFill>
              </a:defRPr>
            </a:lvl3pPr>
            <a:lvl4pPr lvl="3" rtl="0" algn="l">
              <a:lnSpc>
                <a:spcPct val="100000"/>
              </a:lnSpc>
              <a:spcBef>
                <a:spcPts val="0"/>
              </a:spcBef>
              <a:spcAft>
                <a:spcPts val="0"/>
              </a:spcAft>
              <a:buClr>
                <a:schemeClr val="dk2"/>
              </a:buClr>
              <a:buSzPts val="1800"/>
              <a:buNone/>
              <a:defRPr b="0" i="1" sz="1800">
                <a:solidFill>
                  <a:schemeClr val="dk2"/>
                </a:solidFill>
              </a:defRPr>
            </a:lvl4pPr>
            <a:lvl5pPr lvl="4" rtl="0" algn="l">
              <a:lnSpc>
                <a:spcPct val="100000"/>
              </a:lnSpc>
              <a:spcBef>
                <a:spcPts val="0"/>
              </a:spcBef>
              <a:spcAft>
                <a:spcPts val="0"/>
              </a:spcAft>
              <a:buClr>
                <a:schemeClr val="dk2"/>
              </a:buClr>
              <a:buSzPts val="1800"/>
              <a:buNone/>
              <a:defRPr b="0" i="1" sz="1800">
                <a:solidFill>
                  <a:schemeClr val="dk2"/>
                </a:solidFill>
              </a:defRPr>
            </a:lvl5pPr>
            <a:lvl6pPr lvl="5" rtl="0" algn="l">
              <a:lnSpc>
                <a:spcPct val="100000"/>
              </a:lnSpc>
              <a:spcBef>
                <a:spcPts val="0"/>
              </a:spcBef>
              <a:spcAft>
                <a:spcPts val="0"/>
              </a:spcAft>
              <a:buClr>
                <a:schemeClr val="dk2"/>
              </a:buClr>
              <a:buSzPts val="1800"/>
              <a:buNone/>
              <a:defRPr b="0" i="1" sz="1800">
                <a:solidFill>
                  <a:schemeClr val="dk2"/>
                </a:solidFill>
              </a:defRPr>
            </a:lvl6pPr>
            <a:lvl7pPr lvl="6" rtl="0" algn="l">
              <a:lnSpc>
                <a:spcPct val="100000"/>
              </a:lnSpc>
              <a:spcBef>
                <a:spcPts val="0"/>
              </a:spcBef>
              <a:spcAft>
                <a:spcPts val="0"/>
              </a:spcAft>
              <a:buClr>
                <a:schemeClr val="dk2"/>
              </a:buClr>
              <a:buSzPts val="1800"/>
              <a:buNone/>
              <a:defRPr b="0" i="1" sz="1800">
                <a:solidFill>
                  <a:schemeClr val="dk2"/>
                </a:solidFill>
              </a:defRPr>
            </a:lvl7pPr>
            <a:lvl8pPr lvl="7" rtl="0" algn="l">
              <a:lnSpc>
                <a:spcPct val="100000"/>
              </a:lnSpc>
              <a:spcBef>
                <a:spcPts val="0"/>
              </a:spcBef>
              <a:spcAft>
                <a:spcPts val="0"/>
              </a:spcAft>
              <a:buClr>
                <a:schemeClr val="dk2"/>
              </a:buClr>
              <a:buSzPts val="1800"/>
              <a:buNone/>
              <a:defRPr b="0" i="1" sz="1800">
                <a:solidFill>
                  <a:schemeClr val="dk2"/>
                </a:solidFill>
              </a:defRPr>
            </a:lvl8pPr>
            <a:lvl9pPr lvl="8" rtl="0" algn="l">
              <a:lnSpc>
                <a:spcPct val="100000"/>
              </a:lnSpc>
              <a:spcBef>
                <a:spcPts val="0"/>
              </a:spcBef>
              <a:spcAft>
                <a:spcPts val="0"/>
              </a:spcAft>
              <a:buClr>
                <a:schemeClr val="dk2"/>
              </a:buClr>
              <a:buSzPts val="1800"/>
              <a:buNone/>
              <a:defRPr b="0" i="1" sz="1800">
                <a:solidFill>
                  <a:schemeClr val="dk2"/>
                </a:solidFill>
              </a:defRPr>
            </a:lvl9pPr>
          </a:lstStyle>
          <a:p/>
        </p:txBody>
      </p:sp>
      <p:pic>
        <p:nvPicPr>
          <p:cNvPr id="97" name="Google Shape;97;p19"/>
          <p:cNvPicPr preferRelativeResize="0"/>
          <p:nvPr/>
        </p:nvPicPr>
        <p:blipFill rotWithShape="1">
          <a:blip r:embed="rId2">
            <a:alphaModFix amt="67000"/>
          </a:blip>
          <a:srcRect b="15640" l="29334" r="0" t="0"/>
          <a:stretch/>
        </p:blipFill>
        <p:spPr>
          <a:xfrm rot="5400000">
            <a:off x="6000749" y="2000274"/>
            <a:ext cx="4128650" cy="3377051"/>
          </a:xfrm>
          <a:prstGeom prst="rect">
            <a:avLst/>
          </a:prstGeom>
          <a:noFill/>
          <a:ln>
            <a:noFill/>
          </a:ln>
        </p:spPr>
      </p:pic>
      <p:pic>
        <p:nvPicPr>
          <p:cNvPr id="98" name="Google Shape;98;p19"/>
          <p:cNvPicPr preferRelativeResize="0"/>
          <p:nvPr/>
        </p:nvPicPr>
        <p:blipFill rotWithShape="1">
          <a:blip r:embed="rId2">
            <a:alphaModFix amt="67000"/>
          </a:blip>
          <a:srcRect b="15640" l="29334" r="0" t="0"/>
          <a:stretch/>
        </p:blipFill>
        <p:spPr>
          <a:xfrm rot="-5400000">
            <a:off x="-985400" y="-233800"/>
            <a:ext cx="4128650" cy="3377051"/>
          </a:xfrm>
          <a:prstGeom prst="rect">
            <a:avLst/>
          </a:prstGeom>
          <a:noFill/>
          <a:ln>
            <a:noFill/>
          </a:ln>
        </p:spPr>
      </p:pic>
      <p:sp>
        <p:nvSpPr>
          <p:cNvPr id="99" name="Google Shape;99;p19"/>
          <p:cNvSpPr txBox="1"/>
          <p:nvPr/>
        </p:nvSpPr>
        <p:spPr>
          <a:xfrm>
            <a:off x="1419925" y="1397150"/>
            <a:ext cx="6093600" cy="1231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s-419" sz="2800">
                <a:solidFill>
                  <a:schemeClr val="accent2"/>
                </a:solidFill>
                <a:latin typeface="Roboto"/>
                <a:ea typeface="Roboto"/>
                <a:cs typeface="Roboto"/>
                <a:sym typeface="Roboto"/>
              </a:rPr>
              <a:t>Próxima sesión…</a:t>
            </a:r>
            <a:endParaRPr b="1" sz="2800">
              <a:solidFill>
                <a:schemeClr val="accent2"/>
              </a:solidFill>
              <a:latin typeface="Roboto"/>
              <a:ea typeface="Roboto"/>
              <a:cs typeface="Roboto"/>
              <a:sym typeface="Roboto"/>
            </a:endParaRPr>
          </a:p>
        </p:txBody>
      </p:sp>
      <p:pic>
        <p:nvPicPr>
          <p:cNvPr id="100" name="Google Shape;100;p19"/>
          <p:cNvPicPr preferRelativeResize="0"/>
          <p:nvPr/>
        </p:nvPicPr>
        <p:blipFill>
          <a:blip r:embed="rId3">
            <a:alphaModFix/>
          </a:blip>
          <a:stretch>
            <a:fillRect/>
          </a:stretch>
        </p:blipFill>
        <p:spPr>
          <a:xfrm>
            <a:off x="127762" y="4358437"/>
            <a:ext cx="1215249" cy="65072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34 5 1">
  <p:cSld name="CUSTOM_36_4_1">
    <p:spTree>
      <p:nvGrpSpPr>
        <p:cNvPr id="101" name="Shape 101"/>
        <p:cNvGrpSpPr/>
        <p:nvPr/>
      </p:nvGrpSpPr>
      <p:grpSpPr>
        <a:xfrm>
          <a:off x="0" y="0"/>
          <a:ext cx="0" cy="0"/>
          <a:chOff x="0" y="0"/>
          <a:chExt cx="0" cy="0"/>
        </a:xfrm>
      </p:grpSpPr>
      <p:sp>
        <p:nvSpPr>
          <p:cNvPr id="102" name="Google Shape;102;p20"/>
          <p:cNvSpPr/>
          <p:nvPr/>
        </p:nvSpPr>
        <p:spPr>
          <a:xfrm>
            <a:off x="0" y="0"/>
            <a:ext cx="9159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0"/>
          <p:cNvSpPr/>
          <p:nvPr/>
        </p:nvSpPr>
        <p:spPr>
          <a:xfrm>
            <a:off x="3212700" y="595050"/>
            <a:ext cx="2733600" cy="2733600"/>
          </a:xfrm>
          <a:prstGeom prst="ellipse">
            <a:avLst/>
          </a:prstGeom>
          <a:solidFill>
            <a:srgbClr val="FFFFFF"/>
          </a:solidFill>
          <a:ln cap="flat" cmpd="sng" w="7620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0"/>
          <p:cNvSpPr txBox="1"/>
          <p:nvPr>
            <p:ph type="title"/>
          </p:nvPr>
        </p:nvSpPr>
        <p:spPr>
          <a:xfrm>
            <a:off x="1185375" y="3328650"/>
            <a:ext cx="6767400" cy="15654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2800"/>
              <a:buNone/>
              <a:defRPr>
                <a:solidFill>
                  <a:schemeClr val="lt1"/>
                </a:solidFill>
              </a:defRPr>
            </a:lvl1pPr>
            <a:lvl2pPr lvl="1" rtl="0" algn="ctr">
              <a:spcBef>
                <a:spcPts val="0"/>
              </a:spcBef>
              <a:spcAft>
                <a:spcPts val="0"/>
              </a:spcAft>
              <a:buClr>
                <a:schemeClr val="lt1"/>
              </a:buClr>
              <a:buSzPts val="2800"/>
              <a:buNone/>
              <a:defRPr>
                <a:solidFill>
                  <a:schemeClr val="lt1"/>
                </a:solidFill>
              </a:defRPr>
            </a:lvl2pPr>
            <a:lvl3pPr lvl="2" rtl="0" algn="ctr">
              <a:spcBef>
                <a:spcPts val="0"/>
              </a:spcBef>
              <a:spcAft>
                <a:spcPts val="0"/>
              </a:spcAft>
              <a:buClr>
                <a:schemeClr val="lt1"/>
              </a:buClr>
              <a:buSzPts val="2800"/>
              <a:buNone/>
              <a:defRPr>
                <a:solidFill>
                  <a:schemeClr val="lt1"/>
                </a:solidFill>
              </a:defRPr>
            </a:lvl3pPr>
            <a:lvl4pPr lvl="3" rtl="0" algn="ctr">
              <a:spcBef>
                <a:spcPts val="0"/>
              </a:spcBef>
              <a:spcAft>
                <a:spcPts val="0"/>
              </a:spcAft>
              <a:buClr>
                <a:schemeClr val="lt1"/>
              </a:buClr>
              <a:buSzPts val="2800"/>
              <a:buNone/>
              <a:defRPr>
                <a:solidFill>
                  <a:schemeClr val="lt1"/>
                </a:solidFill>
              </a:defRPr>
            </a:lvl4pPr>
            <a:lvl5pPr lvl="4" rtl="0" algn="ctr">
              <a:spcBef>
                <a:spcPts val="0"/>
              </a:spcBef>
              <a:spcAft>
                <a:spcPts val="0"/>
              </a:spcAft>
              <a:buClr>
                <a:schemeClr val="lt1"/>
              </a:buClr>
              <a:buSzPts val="2800"/>
              <a:buNone/>
              <a:defRPr>
                <a:solidFill>
                  <a:schemeClr val="lt1"/>
                </a:solidFill>
              </a:defRPr>
            </a:lvl5pPr>
            <a:lvl6pPr lvl="5" rtl="0" algn="ctr">
              <a:spcBef>
                <a:spcPts val="0"/>
              </a:spcBef>
              <a:spcAft>
                <a:spcPts val="0"/>
              </a:spcAft>
              <a:buClr>
                <a:schemeClr val="lt1"/>
              </a:buClr>
              <a:buSzPts val="2800"/>
              <a:buNone/>
              <a:defRPr>
                <a:solidFill>
                  <a:schemeClr val="lt1"/>
                </a:solidFill>
              </a:defRPr>
            </a:lvl6pPr>
            <a:lvl7pPr lvl="6" rtl="0" algn="ctr">
              <a:spcBef>
                <a:spcPts val="0"/>
              </a:spcBef>
              <a:spcAft>
                <a:spcPts val="0"/>
              </a:spcAft>
              <a:buClr>
                <a:schemeClr val="lt1"/>
              </a:buClr>
              <a:buSzPts val="2800"/>
              <a:buNone/>
              <a:defRPr>
                <a:solidFill>
                  <a:schemeClr val="lt1"/>
                </a:solidFill>
              </a:defRPr>
            </a:lvl7pPr>
            <a:lvl8pPr lvl="7" rtl="0" algn="ctr">
              <a:spcBef>
                <a:spcPts val="0"/>
              </a:spcBef>
              <a:spcAft>
                <a:spcPts val="0"/>
              </a:spcAft>
              <a:buClr>
                <a:schemeClr val="lt1"/>
              </a:buClr>
              <a:buSzPts val="2800"/>
              <a:buNone/>
              <a:defRPr>
                <a:solidFill>
                  <a:schemeClr val="lt1"/>
                </a:solidFill>
              </a:defRPr>
            </a:lvl8pPr>
            <a:lvl9pPr lvl="8" rtl="0" algn="ctr">
              <a:spcBef>
                <a:spcPts val="0"/>
              </a:spcBef>
              <a:spcAft>
                <a:spcPts val="0"/>
              </a:spcAft>
              <a:buClr>
                <a:schemeClr val="lt1"/>
              </a:buClr>
              <a:buSzPts val="2800"/>
              <a:buNone/>
              <a:defRPr>
                <a:solidFill>
                  <a:schemeClr val="lt1"/>
                </a:solidFill>
              </a:defRPr>
            </a:lvl9pPr>
          </a:lstStyle>
          <a:p/>
        </p:txBody>
      </p:sp>
      <p:pic>
        <p:nvPicPr>
          <p:cNvPr id="105" name="Google Shape;105;p20"/>
          <p:cNvPicPr preferRelativeResize="0"/>
          <p:nvPr/>
        </p:nvPicPr>
        <p:blipFill>
          <a:blip r:embed="rId2">
            <a:alphaModFix/>
          </a:blip>
          <a:stretch>
            <a:fillRect/>
          </a:stretch>
        </p:blipFill>
        <p:spPr>
          <a:xfrm>
            <a:off x="3406450" y="799225"/>
            <a:ext cx="2325251" cy="2325251"/>
          </a:xfrm>
          <a:prstGeom prst="rect">
            <a:avLst/>
          </a:prstGeom>
          <a:noFill/>
          <a:ln>
            <a:noFill/>
          </a:ln>
        </p:spPr>
      </p:pic>
      <p:pic>
        <p:nvPicPr>
          <p:cNvPr id="106" name="Google Shape;106;p20"/>
          <p:cNvPicPr preferRelativeResize="0"/>
          <p:nvPr/>
        </p:nvPicPr>
        <p:blipFill rotWithShape="1">
          <a:blip r:embed="rId3">
            <a:alphaModFix/>
          </a:blip>
          <a:srcRect b="0" l="0" r="0" t="0"/>
          <a:stretch/>
        </p:blipFill>
        <p:spPr>
          <a:xfrm>
            <a:off x="274988" y="4523625"/>
            <a:ext cx="920800" cy="32037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versatorio">
  <p:cSld name="CUSTOM_36_1_1_1">
    <p:spTree>
      <p:nvGrpSpPr>
        <p:cNvPr id="107" name="Shape 107"/>
        <p:cNvGrpSpPr/>
        <p:nvPr/>
      </p:nvGrpSpPr>
      <p:grpSpPr>
        <a:xfrm>
          <a:off x="0" y="0"/>
          <a:ext cx="0" cy="0"/>
          <a:chOff x="0" y="0"/>
          <a:chExt cx="0" cy="0"/>
        </a:xfrm>
      </p:grpSpPr>
      <p:sp>
        <p:nvSpPr>
          <p:cNvPr id="108" name="Google Shape;108;p21"/>
          <p:cNvSpPr/>
          <p:nvPr/>
        </p:nvSpPr>
        <p:spPr>
          <a:xfrm>
            <a:off x="0" y="0"/>
            <a:ext cx="9159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1"/>
          <p:cNvSpPr/>
          <p:nvPr/>
        </p:nvSpPr>
        <p:spPr>
          <a:xfrm>
            <a:off x="5256475" y="1204950"/>
            <a:ext cx="2733600" cy="2733600"/>
          </a:xfrm>
          <a:prstGeom prst="ellipse">
            <a:avLst/>
          </a:prstGeom>
          <a:solidFill>
            <a:srgbClr val="FFFFFF"/>
          </a:solidFill>
          <a:ln cap="flat" cmpd="sng" w="76200">
            <a:solidFill>
              <a:srgbClr val="F6B2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1"/>
          <p:cNvSpPr txBox="1"/>
          <p:nvPr>
            <p:ph type="title"/>
          </p:nvPr>
        </p:nvSpPr>
        <p:spPr>
          <a:xfrm>
            <a:off x="275000" y="533400"/>
            <a:ext cx="4227300" cy="39903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800"/>
              <a:buNone/>
              <a:defRPr>
                <a:solidFill>
                  <a:schemeClr val="lt1"/>
                </a:solidFill>
              </a:defRPr>
            </a:lvl1pPr>
            <a:lvl2pPr lvl="1" rtl="0" algn="r">
              <a:lnSpc>
                <a:spcPct val="100000"/>
              </a:lnSpc>
              <a:spcBef>
                <a:spcPts val="0"/>
              </a:spcBef>
              <a:spcAft>
                <a:spcPts val="0"/>
              </a:spcAft>
              <a:buClr>
                <a:schemeClr val="lt1"/>
              </a:buClr>
              <a:buSzPts val="2800"/>
              <a:buNone/>
              <a:defRPr>
                <a:solidFill>
                  <a:schemeClr val="lt1"/>
                </a:solidFill>
              </a:defRPr>
            </a:lvl2pPr>
            <a:lvl3pPr lvl="2" rtl="0" algn="r">
              <a:lnSpc>
                <a:spcPct val="100000"/>
              </a:lnSpc>
              <a:spcBef>
                <a:spcPts val="0"/>
              </a:spcBef>
              <a:spcAft>
                <a:spcPts val="0"/>
              </a:spcAft>
              <a:buClr>
                <a:schemeClr val="lt1"/>
              </a:buClr>
              <a:buSzPts val="2800"/>
              <a:buNone/>
              <a:defRPr>
                <a:solidFill>
                  <a:schemeClr val="lt1"/>
                </a:solidFill>
              </a:defRPr>
            </a:lvl3pPr>
            <a:lvl4pPr lvl="3" rtl="0" algn="r">
              <a:lnSpc>
                <a:spcPct val="100000"/>
              </a:lnSpc>
              <a:spcBef>
                <a:spcPts val="0"/>
              </a:spcBef>
              <a:spcAft>
                <a:spcPts val="0"/>
              </a:spcAft>
              <a:buClr>
                <a:schemeClr val="lt1"/>
              </a:buClr>
              <a:buSzPts val="2800"/>
              <a:buNone/>
              <a:defRPr>
                <a:solidFill>
                  <a:schemeClr val="lt1"/>
                </a:solidFill>
              </a:defRPr>
            </a:lvl4pPr>
            <a:lvl5pPr lvl="4" rtl="0" algn="r">
              <a:lnSpc>
                <a:spcPct val="100000"/>
              </a:lnSpc>
              <a:spcBef>
                <a:spcPts val="0"/>
              </a:spcBef>
              <a:spcAft>
                <a:spcPts val="0"/>
              </a:spcAft>
              <a:buClr>
                <a:schemeClr val="lt1"/>
              </a:buClr>
              <a:buSzPts val="2800"/>
              <a:buNone/>
              <a:defRPr>
                <a:solidFill>
                  <a:schemeClr val="lt1"/>
                </a:solidFill>
              </a:defRPr>
            </a:lvl5pPr>
            <a:lvl6pPr lvl="5" rtl="0" algn="r">
              <a:lnSpc>
                <a:spcPct val="100000"/>
              </a:lnSpc>
              <a:spcBef>
                <a:spcPts val="0"/>
              </a:spcBef>
              <a:spcAft>
                <a:spcPts val="0"/>
              </a:spcAft>
              <a:buClr>
                <a:schemeClr val="lt1"/>
              </a:buClr>
              <a:buSzPts val="2800"/>
              <a:buNone/>
              <a:defRPr>
                <a:solidFill>
                  <a:schemeClr val="lt1"/>
                </a:solidFill>
              </a:defRPr>
            </a:lvl6pPr>
            <a:lvl7pPr lvl="6" rtl="0" algn="r">
              <a:lnSpc>
                <a:spcPct val="100000"/>
              </a:lnSpc>
              <a:spcBef>
                <a:spcPts val="0"/>
              </a:spcBef>
              <a:spcAft>
                <a:spcPts val="0"/>
              </a:spcAft>
              <a:buClr>
                <a:schemeClr val="lt1"/>
              </a:buClr>
              <a:buSzPts val="2800"/>
              <a:buNone/>
              <a:defRPr>
                <a:solidFill>
                  <a:schemeClr val="lt1"/>
                </a:solidFill>
              </a:defRPr>
            </a:lvl7pPr>
            <a:lvl8pPr lvl="7" rtl="0" algn="r">
              <a:lnSpc>
                <a:spcPct val="100000"/>
              </a:lnSpc>
              <a:spcBef>
                <a:spcPts val="0"/>
              </a:spcBef>
              <a:spcAft>
                <a:spcPts val="0"/>
              </a:spcAft>
              <a:buClr>
                <a:schemeClr val="lt1"/>
              </a:buClr>
              <a:buSzPts val="2800"/>
              <a:buNone/>
              <a:defRPr>
                <a:solidFill>
                  <a:schemeClr val="lt1"/>
                </a:solidFill>
              </a:defRPr>
            </a:lvl8pPr>
            <a:lvl9pPr lvl="8" rtl="0" algn="r">
              <a:lnSpc>
                <a:spcPct val="100000"/>
              </a:lnSpc>
              <a:spcBef>
                <a:spcPts val="0"/>
              </a:spcBef>
              <a:spcAft>
                <a:spcPts val="0"/>
              </a:spcAft>
              <a:buClr>
                <a:schemeClr val="lt1"/>
              </a:buClr>
              <a:buSzPts val="2800"/>
              <a:buNone/>
              <a:defRPr>
                <a:solidFill>
                  <a:schemeClr val="lt1"/>
                </a:solidFill>
              </a:defRPr>
            </a:lvl9pPr>
          </a:lstStyle>
          <a:p/>
        </p:txBody>
      </p:sp>
      <p:pic>
        <p:nvPicPr>
          <p:cNvPr id="111" name="Google Shape;111;p21"/>
          <p:cNvPicPr preferRelativeResize="0"/>
          <p:nvPr/>
        </p:nvPicPr>
        <p:blipFill rotWithShape="1">
          <a:blip r:embed="rId2">
            <a:alphaModFix/>
          </a:blip>
          <a:srcRect b="0" l="0" r="0" t="0"/>
          <a:stretch/>
        </p:blipFill>
        <p:spPr>
          <a:xfrm>
            <a:off x="274988" y="4523625"/>
            <a:ext cx="920800" cy="320375"/>
          </a:xfrm>
          <a:prstGeom prst="rect">
            <a:avLst/>
          </a:prstGeom>
          <a:noFill/>
          <a:ln>
            <a:noFill/>
          </a:ln>
        </p:spPr>
      </p:pic>
      <p:pic>
        <p:nvPicPr>
          <p:cNvPr id="112" name="Google Shape;112;p21"/>
          <p:cNvPicPr preferRelativeResize="0"/>
          <p:nvPr/>
        </p:nvPicPr>
        <p:blipFill>
          <a:blip r:embed="rId3">
            <a:alphaModFix/>
          </a:blip>
          <a:stretch>
            <a:fillRect/>
          </a:stretch>
        </p:blipFill>
        <p:spPr>
          <a:xfrm>
            <a:off x="4422086" y="1152903"/>
            <a:ext cx="4554772" cy="3142498"/>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slide">
  <p:cSld name="CUSTOM">
    <p:spTree>
      <p:nvGrpSpPr>
        <p:cNvPr id="113" name="Shape 113"/>
        <p:cNvGrpSpPr/>
        <p:nvPr/>
      </p:nvGrpSpPr>
      <p:grpSpPr>
        <a:xfrm>
          <a:off x="0" y="0"/>
          <a:ext cx="0" cy="0"/>
          <a:chOff x="0" y="0"/>
          <a:chExt cx="0" cy="0"/>
        </a:xfrm>
      </p:grpSpPr>
      <p:pic>
        <p:nvPicPr>
          <p:cNvPr id="114" name="Google Shape;114;p22"/>
          <p:cNvPicPr preferRelativeResize="0"/>
          <p:nvPr/>
        </p:nvPicPr>
        <p:blipFill rotWithShape="1">
          <a:blip r:embed="rId2">
            <a:alphaModFix/>
          </a:blip>
          <a:srcRect b="0" l="54072" r="0" t="0"/>
          <a:stretch/>
        </p:blipFill>
        <p:spPr>
          <a:xfrm>
            <a:off x="4752525" y="1805350"/>
            <a:ext cx="2036300" cy="789375"/>
          </a:xfrm>
          <a:prstGeom prst="rect">
            <a:avLst/>
          </a:prstGeom>
          <a:noFill/>
          <a:ln>
            <a:noFill/>
          </a:ln>
        </p:spPr>
      </p:pic>
      <p:sp>
        <p:nvSpPr>
          <p:cNvPr id="115" name="Google Shape;115;p22"/>
          <p:cNvSpPr/>
          <p:nvPr/>
        </p:nvSpPr>
        <p:spPr>
          <a:xfrm>
            <a:off x="-8700" y="4056550"/>
            <a:ext cx="9152700" cy="10869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2"/>
          <p:cNvSpPr/>
          <p:nvPr/>
        </p:nvSpPr>
        <p:spPr>
          <a:xfrm>
            <a:off x="-8700" y="4052450"/>
            <a:ext cx="9152700" cy="47400"/>
          </a:xfrm>
          <a:prstGeom prst="rect">
            <a:avLst/>
          </a:pr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7" name="Google Shape;117;p22">
            <a:hlinkClick r:id="rId3"/>
          </p:cNvPr>
          <p:cNvPicPr preferRelativeResize="0"/>
          <p:nvPr/>
        </p:nvPicPr>
        <p:blipFill>
          <a:blip r:embed="rId4">
            <a:alphaModFix/>
          </a:blip>
          <a:stretch>
            <a:fillRect/>
          </a:stretch>
        </p:blipFill>
        <p:spPr>
          <a:xfrm>
            <a:off x="5924509" y="4327950"/>
            <a:ext cx="448876" cy="448876"/>
          </a:xfrm>
          <a:prstGeom prst="rect">
            <a:avLst/>
          </a:prstGeom>
          <a:noFill/>
          <a:ln>
            <a:noFill/>
          </a:ln>
        </p:spPr>
      </p:pic>
      <p:pic>
        <p:nvPicPr>
          <p:cNvPr id="118" name="Google Shape;118;p22">
            <a:hlinkClick r:id="rId5"/>
          </p:cNvPr>
          <p:cNvPicPr preferRelativeResize="0"/>
          <p:nvPr/>
        </p:nvPicPr>
        <p:blipFill>
          <a:blip r:embed="rId6">
            <a:alphaModFix/>
          </a:blip>
          <a:stretch>
            <a:fillRect/>
          </a:stretch>
        </p:blipFill>
        <p:spPr>
          <a:xfrm>
            <a:off x="2770615" y="4327913"/>
            <a:ext cx="448876" cy="448908"/>
          </a:xfrm>
          <a:prstGeom prst="rect">
            <a:avLst/>
          </a:prstGeom>
          <a:noFill/>
          <a:ln>
            <a:noFill/>
          </a:ln>
        </p:spPr>
      </p:pic>
      <p:pic>
        <p:nvPicPr>
          <p:cNvPr id="119" name="Google Shape;119;p22">
            <a:hlinkClick r:id="rId7"/>
          </p:cNvPr>
          <p:cNvPicPr preferRelativeResize="0"/>
          <p:nvPr/>
        </p:nvPicPr>
        <p:blipFill>
          <a:blip r:embed="rId8">
            <a:alphaModFix/>
          </a:blip>
          <a:stretch>
            <a:fillRect/>
          </a:stretch>
        </p:blipFill>
        <p:spPr>
          <a:xfrm>
            <a:off x="3401403" y="4327922"/>
            <a:ext cx="448876" cy="448876"/>
          </a:xfrm>
          <a:prstGeom prst="rect">
            <a:avLst/>
          </a:prstGeom>
          <a:noFill/>
          <a:ln>
            <a:noFill/>
          </a:ln>
        </p:spPr>
      </p:pic>
      <p:pic>
        <p:nvPicPr>
          <p:cNvPr id="120" name="Google Shape;120;p22">
            <a:hlinkClick r:id="rId9"/>
          </p:cNvPr>
          <p:cNvPicPr preferRelativeResize="0"/>
          <p:nvPr/>
        </p:nvPicPr>
        <p:blipFill>
          <a:blip r:embed="rId10">
            <a:alphaModFix/>
          </a:blip>
          <a:stretch>
            <a:fillRect/>
          </a:stretch>
        </p:blipFill>
        <p:spPr>
          <a:xfrm>
            <a:off x="5293725" y="4327938"/>
            <a:ext cx="448876" cy="448876"/>
          </a:xfrm>
          <a:prstGeom prst="rect">
            <a:avLst/>
          </a:prstGeom>
          <a:noFill/>
          <a:ln>
            <a:noFill/>
          </a:ln>
        </p:spPr>
      </p:pic>
      <p:pic>
        <p:nvPicPr>
          <p:cNvPr id="121" name="Google Shape;121;p22">
            <a:hlinkClick r:id="rId11"/>
          </p:cNvPr>
          <p:cNvPicPr preferRelativeResize="0"/>
          <p:nvPr/>
        </p:nvPicPr>
        <p:blipFill>
          <a:blip r:embed="rId12">
            <a:alphaModFix/>
          </a:blip>
          <a:stretch>
            <a:fillRect/>
          </a:stretch>
        </p:blipFill>
        <p:spPr>
          <a:xfrm>
            <a:off x="4662953" y="4327928"/>
            <a:ext cx="448876" cy="448876"/>
          </a:xfrm>
          <a:prstGeom prst="rect">
            <a:avLst/>
          </a:prstGeom>
          <a:noFill/>
          <a:ln>
            <a:noFill/>
          </a:ln>
        </p:spPr>
      </p:pic>
      <p:pic>
        <p:nvPicPr>
          <p:cNvPr id="122" name="Google Shape;122;p22"/>
          <p:cNvPicPr preferRelativeResize="0"/>
          <p:nvPr/>
        </p:nvPicPr>
        <p:blipFill>
          <a:blip r:embed="rId13">
            <a:alphaModFix/>
          </a:blip>
          <a:stretch>
            <a:fillRect/>
          </a:stretch>
        </p:blipFill>
        <p:spPr>
          <a:xfrm>
            <a:off x="1799743" y="1397712"/>
            <a:ext cx="2996701" cy="1604659"/>
          </a:xfrm>
          <a:prstGeom prst="rect">
            <a:avLst/>
          </a:prstGeom>
          <a:noFill/>
          <a:ln>
            <a:noFill/>
          </a:ln>
        </p:spPr>
      </p:pic>
      <p:pic>
        <p:nvPicPr>
          <p:cNvPr id="123" name="Google Shape;123;p22">
            <a:hlinkClick r:id="rId14"/>
          </p:cNvPr>
          <p:cNvPicPr preferRelativeResize="0"/>
          <p:nvPr/>
        </p:nvPicPr>
        <p:blipFill>
          <a:blip r:embed="rId15">
            <a:alphaModFix/>
          </a:blip>
          <a:stretch>
            <a:fillRect/>
          </a:stretch>
        </p:blipFill>
        <p:spPr>
          <a:xfrm>
            <a:off x="4032175" y="4327937"/>
            <a:ext cx="448876" cy="44887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1pPr>
            <a:lvl2pPr indent="-317500" lvl="1" marL="914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2pPr>
            <a:lvl3pPr indent="-317500" lvl="2" marL="1371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3pPr>
            <a:lvl4pPr indent="-317500" lvl="3" marL="1828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4pPr>
            <a:lvl5pPr indent="-317500" lvl="4" marL="22860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5pPr>
            <a:lvl6pPr indent="-317500" lvl="5" marL="27432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6pPr>
            <a:lvl7pPr indent="-317500" lvl="6" marL="3200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7pPr>
            <a:lvl8pPr indent="-317500" lvl="7" marL="3657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8pPr>
            <a:lvl9pPr indent="-317500" lvl="8" marL="4114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pandas.pydata.org/docs/getting_started/install.html" TargetMode="Externa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1420050" y="1455600"/>
            <a:ext cx="6303900" cy="1541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419"/>
              <a:t>Introducción a Python</a:t>
            </a:r>
            <a:endParaRPr/>
          </a:p>
        </p:txBody>
      </p:sp>
      <p:sp>
        <p:nvSpPr>
          <p:cNvPr id="129" name="Google Shape;129;p23"/>
          <p:cNvSpPr txBox="1"/>
          <p:nvPr>
            <p:ph idx="2" type="title"/>
          </p:nvPr>
        </p:nvSpPr>
        <p:spPr>
          <a:xfrm>
            <a:off x="1420050" y="2903400"/>
            <a:ext cx="6303900" cy="784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419"/>
              <a:t>Operadores y librerías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idx="1" type="body"/>
          </p:nvPr>
        </p:nvSpPr>
        <p:spPr>
          <a:xfrm>
            <a:off x="3536400" y="588197"/>
            <a:ext cx="3842700" cy="4070400"/>
          </a:xfrm>
          <a:prstGeom prst="rect">
            <a:avLst/>
          </a:prstGeom>
        </p:spPr>
        <p:txBody>
          <a:bodyPr anchorCtr="0" anchor="ctr" bIns="91425" lIns="91425" spcFirstLastPara="1" rIns="91425" wrap="square" tIns="91425">
            <a:normAutofit/>
          </a:bodyPr>
          <a:lstStyle/>
          <a:p>
            <a:pPr indent="-330200" lvl="0" marL="457200" rtl="0" algn="l">
              <a:spcBef>
                <a:spcPts val="0"/>
              </a:spcBef>
              <a:spcAft>
                <a:spcPts val="0"/>
              </a:spcAft>
              <a:buSzPts val="1600"/>
              <a:buChar char="●"/>
            </a:pPr>
            <a:r>
              <a:rPr lang="es-419"/>
              <a:t>Unidad 1: </a:t>
            </a:r>
            <a:endParaRPr/>
          </a:p>
          <a:p>
            <a:pPr indent="0" lvl="0" marL="457200" rtl="0" algn="l">
              <a:spcBef>
                <a:spcPts val="0"/>
              </a:spcBef>
              <a:spcAft>
                <a:spcPts val="0"/>
              </a:spcAft>
              <a:buNone/>
            </a:pPr>
            <a:r>
              <a:rPr lang="es-419"/>
              <a:t>Introducción a Python</a:t>
            </a:r>
            <a:endParaRPr/>
          </a:p>
          <a:p>
            <a:pPr indent="0" lvl="0" marL="457200" rtl="0" algn="l">
              <a:spcBef>
                <a:spcPts val="0"/>
              </a:spcBef>
              <a:spcAft>
                <a:spcPts val="0"/>
              </a:spcAft>
              <a:buNone/>
            </a:pPr>
            <a:r>
              <a:t/>
            </a:r>
            <a:endParaRPr/>
          </a:p>
          <a:p>
            <a:pPr indent="-330200" lvl="0" marL="457200" rtl="0" algn="l">
              <a:spcBef>
                <a:spcPts val="0"/>
              </a:spcBef>
              <a:spcAft>
                <a:spcPts val="0"/>
              </a:spcAft>
              <a:buSzPts val="1600"/>
              <a:buChar char="●"/>
            </a:pPr>
            <a:r>
              <a:rPr lang="es-419"/>
              <a:t>Unidad 2: </a:t>
            </a:r>
            <a:endParaRPr/>
          </a:p>
          <a:p>
            <a:pPr indent="0" lvl="0" marL="457200" rtl="0" algn="l">
              <a:spcBef>
                <a:spcPts val="0"/>
              </a:spcBef>
              <a:spcAft>
                <a:spcPts val="0"/>
              </a:spcAft>
              <a:buNone/>
            </a:pPr>
            <a:r>
              <a:rPr lang="es-419"/>
              <a:t>Sentencias condicionales e iterativas</a:t>
            </a:r>
            <a:endParaRPr/>
          </a:p>
          <a:p>
            <a:pPr indent="0" lvl="0" marL="457200" rtl="0" algn="l">
              <a:spcBef>
                <a:spcPts val="0"/>
              </a:spcBef>
              <a:spcAft>
                <a:spcPts val="0"/>
              </a:spcAft>
              <a:buNone/>
            </a:pPr>
            <a:r>
              <a:t/>
            </a:r>
            <a:endParaRPr/>
          </a:p>
          <a:p>
            <a:pPr indent="-330200" lvl="0" marL="457200" rtl="0" algn="l">
              <a:spcBef>
                <a:spcPts val="0"/>
              </a:spcBef>
              <a:spcAft>
                <a:spcPts val="0"/>
              </a:spcAft>
              <a:buSzPts val="1600"/>
              <a:buChar char="●"/>
            </a:pPr>
            <a:r>
              <a:rPr lang="es-419"/>
              <a:t>Unidad 3: </a:t>
            </a:r>
            <a:endParaRPr/>
          </a:p>
          <a:p>
            <a:pPr indent="0" lvl="0" marL="457200" rtl="0" algn="l">
              <a:spcBef>
                <a:spcPts val="0"/>
              </a:spcBef>
              <a:spcAft>
                <a:spcPts val="0"/>
              </a:spcAft>
              <a:buNone/>
            </a:pPr>
            <a:r>
              <a:rPr lang="es-419"/>
              <a:t>Estructuras de datos y funciones</a:t>
            </a:r>
            <a:endParaRPr/>
          </a:p>
          <a:p>
            <a:pPr indent="0" lvl="0" marL="0" rtl="0" algn="l">
              <a:spcBef>
                <a:spcPts val="0"/>
              </a:spcBef>
              <a:spcAft>
                <a:spcPts val="0"/>
              </a:spcAft>
              <a:buClr>
                <a:schemeClr val="dk1"/>
              </a:buClr>
              <a:buSzPts val="1100"/>
              <a:buFont typeface="Arial"/>
              <a:buNone/>
            </a:pPr>
            <a:r>
              <a:t/>
            </a:r>
            <a:endParaRPr/>
          </a:p>
        </p:txBody>
      </p:sp>
      <p:sp>
        <p:nvSpPr>
          <p:cNvPr id="135" name="Google Shape;135;p24"/>
          <p:cNvSpPr txBox="1"/>
          <p:nvPr/>
        </p:nvSpPr>
        <p:spPr>
          <a:xfrm>
            <a:off x="7962050" y="1445060"/>
            <a:ext cx="1145100" cy="323100"/>
          </a:xfrm>
          <a:prstGeom prst="rect">
            <a:avLst/>
          </a:prstGeom>
          <a:solidFill>
            <a:srgbClr val="009EE3"/>
          </a:solidFill>
          <a:ln cap="flat" cmpd="sng" w="28575">
            <a:solidFill>
              <a:srgbClr val="009EE3"/>
            </a:solidFill>
            <a:prstDash val="dot"/>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1" lang="es-419" sz="900" u="none" cap="none" strike="noStrike">
                <a:solidFill>
                  <a:srgbClr val="FFFFFF"/>
                </a:solidFill>
                <a:latin typeface="Roboto"/>
                <a:ea typeface="Roboto"/>
                <a:cs typeface="Roboto"/>
                <a:sym typeface="Roboto"/>
              </a:rPr>
              <a:t>Te encuentras aquí</a:t>
            </a:r>
            <a:endParaRPr b="1" i="1" sz="900" u="none" cap="none" strike="noStrike">
              <a:solidFill>
                <a:srgbClr val="FFFFFF"/>
              </a:solidFill>
              <a:latin typeface="Roboto"/>
              <a:ea typeface="Roboto"/>
              <a:cs typeface="Roboto"/>
              <a:sym typeface="Roboto"/>
            </a:endParaRPr>
          </a:p>
        </p:txBody>
      </p:sp>
      <p:pic>
        <p:nvPicPr>
          <p:cNvPr id="136" name="Google Shape;136;p24"/>
          <p:cNvPicPr preferRelativeResize="0"/>
          <p:nvPr/>
        </p:nvPicPr>
        <p:blipFill rotWithShape="1">
          <a:blip r:embed="rId3">
            <a:alphaModFix/>
          </a:blip>
          <a:srcRect b="0" l="0" r="0" t="0"/>
          <a:stretch/>
        </p:blipFill>
        <p:spPr>
          <a:xfrm>
            <a:off x="7379100" y="1315135"/>
            <a:ext cx="582950" cy="582950"/>
          </a:xfrm>
          <a:prstGeom prst="rect">
            <a:avLst/>
          </a:prstGeom>
          <a:noFill/>
          <a:ln>
            <a:noFill/>
          </a:ln>
        </p:spPr>
      </p:pic>
      <p:sp>
        <p:nvSpPr>
          <p:cNvPr id="137" name="Google Shape;137;p24"/>
          <p:cNvSpPr txBox="1"/>
          <p:nvPr>
            <p:ph type="title"/>
          </p:nvPr>
        </p:nvSpPr>
        <p:spPr>
          <a:xfrm>
            <a:off x="162500" y="420475"/>
            <a:ext cx="3399900" cy="438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Distinguir los tipos de datos y sentencias básicas </a:t>
            </a:r>
            <a:endParaRPr/>
          </a:p>
          <a:p>
            <a:pPr indent="0" lvl="0" marL="0" rtl="0" algn="ctr">
              <a:spcBef>
                <a:spcPts val="0"/>
              </a:spcBef>
              <a:spcAft>
                <a:spcPts val="0"/>
              </a:spcAft>
              <a:buNone/>
            </a:pPr>
            <a:r>
              <a:rPr lang="es-419"/>
              <a:t>del lenguaje para la construcción de programas.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1419925" y="2481150"/>
            <a:ext cx="6093600" cy="142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3"/>
              </a:buClr>
              <a:buSzPts val="1800"/>
              <a:buChar char="●"/>
            </a:pPr>
            <a:r>
              <a:rPr lang="es-419"/>
              <a:t>Reconoce los operadores bàsicos de Python</a:t>
            </a:r>
            <a:endParaRPr/>
          </a:p>
          <a:p>
            <a:pPr indent="-342900" lvl="0" marL="457200" rtl="0" algn="l">
              <a:spcBef>
                <a:spcPts val="0"/>
              </a:spcBef>
              <a:spcAft>
                <a:spcPts val="0"/>
              </a:spcAft>
              <a:buClr>
                <a:schemeClr val="accent3"/>
              </a:buClr>
              <a:buSzPts val="1800"/>
              <a:buChar char="●"/>
            </a:pPr>
            <a:r>
              <a:rPr lang="es-419"/>
              <a:t>Comprende el uso de librerías.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578350" y="1204950"/>
            <a:ext cx="4405200" cy="2666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¿Qué entendemos por operadores matemáticos?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311700" y="2285400"/>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419"/>
              <a:t>/* Operadores matemáticos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Otros operadores matemáticos</a:t>
            </a:r>
            <a:endParaRPr/>
          </a:p>
        </p:txBody>
      </p:sp>
      <p:sp>
        <p:nvSpPr>
          <p:cNvPr id="158" name="Google Shape;158;p28"/>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Ahora que tenemos un mayor entendimiento de cómo funciona el lenguaje Python, podemos definir formalmente los operadores nativos en Python, donde además de los operadores de </a:t>
            </a:r>
            <a:r>
              <a:rPr b="1" lang="es-419"/>
              <a:t>+</a:t>
            </a:r>
            <a:r>
              <a:rPr lang="es-419"/>
              <a:t>, </a:t>
            </a:r>
            <a:r>
              <a:rPr b="1" lang="es-419"/>
              <a:t>-</a:t>
            </a:r>
            <a:r>
              <a:rPr lang="es-419"/>
              <a:t>, </a:t>
            </a:r>
            <a:r>
              <a:rPr b="1" lang="es-419"/>
              <a:t>*</a:t>
            </a:r>
            <a:r>
              <a:rPr lang="es-419"/>
              <a:t>, y </a:t>
            </a:r>
            <a:r>
              <a:rPr b="1" lang="es-419"/>
              <a:t>/</a:t>
            </a:r>
            <a:r>
              <a:rPr lang="es-419"/>
              <a:t> podemos agregar los siguientes:</a:t>
            </a:r>
            <a:endParaRPr/>
          </a:p>
        </p:txBody>
      </p:sp>
      <p:sp>
        <p:nvSpPr>
          <p:cNvPr id="159" name="Google Shape;159;p28"/>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graphicFrame>
        <p:nvGraphicFramePr>
          <p:cNvPr id="160" name="Google Shape;160;p28"/>
          <p:cNvGraphicFramePr/>
          <p:nvPr/>
        </p:nvGraphicFramePr>
        <p:xfrm>
          <a:off x="1626100" y="2630800"/>
          <a:ext cx="3000000" cy="3000000"/>
        </p:xfrm>
        <a:graphic>
          <a:graphicData uri="http://schemas.openxmlformats.org/drawingml/2006/table">
            <a:tbl>
              <a:tblPr>
                <a:noFill/>
                <a:tableStyleId>{936FDE80-5B39-49F7-90EE-5E78116612E9}</a:tableStyleId>
              </a:tblPr>
              <a:tblGrid>
                <a:gridCol w="5943600"/>
              </a:tblGrid>
              <a:tr h="12700">
                <a:tc>
                  <a:txBody>
                    <a:bodyPr/>
                    <a:lstStyle/>
                    <a:p>
                      <a:pPr indent="0" lvl="0" marL="0" rtl="0" algn="l">
                        <a:lnSpc>
                          <a:spcPct val="115000"/>
                        </a:lnSpc>
                        <a:spcBef>
                          <a:spcPts val="0"/>
                        </a:spcBef>
                        <a:spcAft>
                          <a:spcPts val="0"/>
                        </a:spcAft>
                        <a:buNone/>
                      </a:pPr>
                      <a:r>
                        <a:rPr lang="es-419" sz="1100">
                          <a:solidFill>
                            <a:srgbClr val="A61C00"/>
                          </a:solidFill>
                          <a:latin typeface="Roboto Mono"/>
                          <a:ea typeface="Roboto Mono"/>
                          <a:cs typeface="Roboto Mono"/>
                          <a:sym typeface="Roboto Mono"/>
                        </a:rPr>
                        <a:t>2</a:t>
                      </a:r>
                      <a:r>
                        <a:rPr lang="es-419" sz="1100">
                          <a:solidFill>
                            <a:srgbClr val="444444"/>
                          </a:solidFill>
                          <a:latin typeface="Roboto Mono"/>
                          <a:ea typeface="Roboto Mono"/>
                          <a:cs typeface="Roboto Mono"/>
                          <a:sym typeface="Roboto Mono"/>
                        </a:rPr>
                        <a:t> ** </a:t>
                      </a:r>
                      <a:r>
                        <a:rPr lang="es-419" sz="1100">
                          <a:solidFill>
                            <a:srgbClr val="A61C00"/>
                          </a:solidFill>
                          <a:latin typeface="Roboto Mono"/>
                          <a:ea typeface="Roboto Mono"/>
                          <a:cs typeface="Roboto Mono"/>
                          <a:sym typeface="Roboto Mono"/>
                        </a:rPr>
                        <a:t>4</a:t>
                      </a:r>
                      <a:r>
                        <a:rPr lang="es-419" sz="1100">
                          <a:solidFill>
                            <a:srgbClr val="880000"/>
                          </a:solidFill>
                          <a:latin typeface="Roboto Mono"/>
                          <a:ea typeface="Roboto Mono"/>
                          <a:cs typeface="Roboto Mono"/>
                          <a:sym typeface="Roboto Mono"/>
                        </a:rPr>
                        <a:t> </a:t>
                      </a:r>
                      <a:r>
                        <a:rPr lang="es-419" sz="1100">
                          <a:solidFill>
                            <a:srgbClr val="888888"/>
                          </a:solidFill>
                          <a:latin typeface="Roboto Mono"/>
                          <a:ea typeface="Roboto Mono"/>
                          <a:cs typeface="Roboto Mono"/>
                          <a:sym typeface="Roboto Mono"/>
                        </a:rPr>
                        <a:t># Exponenciación/Potencia. Ej: 2 elevado a 4 es 16</a:t>
                      </a:r>
                      <a:endParaRPr sz="1100">
                        <a:solidFill>
                          <a:srgbClr val="880000"/>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100">
                          <a:solidFill>
                            <a:srgbClr val="A61C00"/>
                          </a:solidFill>
                          <a:latin typeface="Roboto Mono"/>
                          <a:ea typeface="Roboto Mono"/>
                          <a:cs typeface="Roboto Mono"/>
                          <a:sym typeface="Roboto Mono"/>
                        </a:rPr>
                        <a:t>7</a:t>
                      </a:r>
                      <a:r>
                        <a:rPr lang="es-419" sz="1100">
                          <a:solidFill>
                            <a:srgbClr val="444444"/>
                          </a:solidFill>
                          <a:latin typeface="Roboto Mono"/>
                          <a:ea typeface="Roboto Mono"/>
                          <a:cs typeface="Roboto Mono"/>
                          <a:sym typeface="Roboto Mono"/>
                        </a:rPr>
                        <a:t> // </a:t>
                      </a:r>
                      <a:r>
                        <a:rPr lang="es-419" sz="1100">
                          <a:solidFill>
                            <a:srgbClr val="A61C00"/>
                          </a:solidFill>
                          <a:latin typeface="Roboto Mono"/>
                          <a:ea typeface="Roboto Mono"/>
                          <a:cs typeface="Roboto Mono"/>
                          <a:sym typeface="Roboto Mono"/>
                        </a:rPr>
                        <a:t>2</a:t>
                      </a:r>
                      <a:r>
                        <a:rPr lang="es-419" sz="1100">
                          <a:solidFill>
                            <a:srgbClr val="880000"/>
                          </a:solidFill>
                          <a:latin typeface="Roboto Mono"/>
                          <a:ea typeface="Roboto Mono"/>
                          <a:cs typeface="Roboto Mono"/>
                          <a:sym typeface="Roboto Mono"/>
                        </a:rPr>
                        <a:t> </a:t>
                      </a:r>
                      <a:r>
                        <a:rPr lang="es-419" sz="1100">
                          <a:solidFill>
                            <a:srgbClr val="888888"/>
                          </a:solidFill>
                          <a:latin typeface="Roboto Mono"/>
                          <a:ea typeface="Roboto Mono"/>
                          <a:cs typeface="Roboto Mono"/>
                          <a:sym typeface="Roboto Mono"/>
                        </a:rPr>
                        <a:t># División Entera. Ej: 7 dividido 2 es 3.</a:t>
                      </a:r>
                      <a:endParaRPr sz="1100">
                        <a:solidFill>
                          <a:srgbClr val="888888"/>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100">
                          <a:solidFill>
                            <a:srgbClr val="A61C00"/>
                          </a:solidFill>
                          <a:latin typeface="Roboto Mono"/>
                          <a:ea typeface="Roboto Mono"/>
                          <a:cs typeface="Roboto Mono"/>
                          <a:sym typeface="Roboto Mono"/>
                        </a:rPr>
                        <a:t>7</a:t>
                      </a:r>
                      <a:r>
                        <a:rPr lang="es-419" sz="1100">
                          <a:solidFill>
                            <a:srgbClr val="444444"/>
                          </a:solidFill>
                          <a:latin typeface="Roboto Mono"/>
                          <a:ea typeface="Roboto Mono"/>
                          <a:cs typeface="Roboto Mono"/>
                          <a:sym typeface="Roboto Mono"/>
                        </a:rPr>
                        <a:t> / </a:t>
                      </a:r>
                      <a:r>
                        <a:rPr lang="es-419" sz="1100">
                          <a:solidFill>
                            <a:srgbClr val="A61C00"/>
                          </a:solidFill>
                          <a:latin typeface="Roboto Mono"/>
                          <a:ea typeface="Roboto Mono"/>
                          <a:cs typeface="Roboto Mono"/>
                          <a:sym typeface="Roboto Mono"/>
                        </a:rPr>
                        <a:t>2</a:t>
                      </a:r>
                      <a:r>
                        <a:rPr lang="es-419" sz="1100">
                          <a:solidFill>
                            <a:srgbClr val="880000"/>
                          </a:solidFill>
                          <a:latin typeface="Roboto Mono"/>
                          <a:ea typeface="Roboto Mono"/>
                          <a:cs typeface="Roboto Mono"/>
                          <a:sym typeface="Roboto Mono"/>
                        </a:rPr>
                        <a:t> </a:t>
                      </a:r>
                      <a:r>
                        <a:rPr lang="es-419" sz="1100">
                          <a:solidFill>
                            <a:srgbClr val="888888"/>
                          </a:solidFill>
                          <a:latin typeface="Roboto Mono"/>
                          <a:ea typeface="Roboto Mono"/>
                          <a:cs typeface="Roboto Mono"/>
                          <a:sym typeface="Roboto Mono"/>
                        </a:rPr>
                        <a:t># División con decimales. Ej: 7 dividido 2 es 3.5</a:t>
                      </a:r>
                      <a:endParaRPr sz="1100">
                        <a:solidFill>
                          <a:srgbClr val="888888"/>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100">
                          <a:solidFill>
                            <a:srgbClr val="A61C00"/>
                          </a:solidFill>
                          <a:latin typeface="Roboto Mono"/>
                          <a:ea typeface="Roboto Mono"/>
                          <a:cs typeface="Roboto Mono"/>
                          <a:sym typeface="Roboto Mono"/>
                        </a:rPr>
                        <a:t>5</a:t>
                      </a:r>
                      <a:r>
                        <a:rPr lang="es-419" sz="1100">
                          <a:solidFill>
                            <a:srgbClr val="444444"/>
                          </a:solidFill>
                          <a:latin typeface="Roboto Mono"/>
                          <a:ea typeface="Roboto Mono"/>
                          <a:cs typeface="Roboto Mono"/>
                          <a:sym typeface="Roboto Mono"/>
                        </a:rPr>
                        <a:t> %</a:t>
                      </a:r>
                      <a:r>
                        <a:rPr lang="es-419" sz="1100">
                          <a:solidFill>
                            <a:srgbClr val="A61C00"/>
                          </a:solidFill>
                          <a:latin typeface="Roboto Mono"/>
                          <a:ea typeface="Roboto Mono"/>
                          <a:cs typeface="Roboto Mono"/>
                          <a:sym typeface="Roboto Mono"/>
                        </a:rPr>
                        <a:t> 2</a:t>
                      </a:r>
                      <a:r>
                        <a:rPr lang="es-419" sz="1100">
                          <a:solidFill>
                            <a:srgbClr val="880000"/>
                          </a:solidFill>
                          <a:latin typeface="Roboto Mono"/>
                          <a:ea typeface="Roboto Mono"/>
                          <a:cs typeface="Roboto Mono"/>
                          <a:sym typeface="Roboto Mono"/>
                        </a:rPr>
                        <a:t> </a:t>
                      </a:r>
                      <a:r>
                        <a:rPr lang="es-419" sz="1100">
                          <a:solidFill>
                            <a:srgbClr val="888888"/>
                          </a:solidFill>
                          <a:latin typeface="Roboto Mono"/>
                          <a:ea typeface="Roboto Mono"/>
                          <a:cs typeface="Roboto Mono"/>
                          <a:sym typeface="Roboto Mono"/>
                        </a:rPr>
                        <a:t># Módulo. Ej: 5 Módulo 2 es 1. 1 es el resto de 5 // 2.</a:t>
                      </a:r>
                      <a:endParaRPr sz="1100">
                        <a:solidFill>
                          <a:srgbClr val="888888"/>
                        </a:solidFill>
                        <a:latin typeface="Roboto Mono"/>
                        <a:ea typeface="Roboto Mono"/>
                        <a:cs typeface="Roboto Mono"/>
                        <a:sym typeface="Roboto Mono"/>
                      </a:endParaRPr>
                    </a:p>
                  </a:txBody>
                  <a:tcPr marT="63500" marB="63500" marR="63500" marL="63500">
                    <a:solidFill>
                      <a:srgbClr val="EFEFE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Precedencia de operadores</a:t>
            </a:r>
            <a:endParaRPr/>
          </a:p>
        </p:txBody>
      </p:sp>
      <p:sp>
        <p:nvSpPr>
          <p:cNvPr id="166" name="Google Shape;166;p29"/>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"Saber en qué orden se realiza un grupo de operaciones"</a:t>
            </a:r>
            <a:endParaRPr/>
          </a:p>
        </p:txBody>
      </p:sp>
      <p:graphicFrame>
        <p:nvGraphicFramePr>
          <p:cNvPr id="167" name="Google Shape;167;p29"/>
          <p:cNvGraphicFramePr/>
          <p:nvPr/>
        </p:nvGraphicFramePr>
        <p:xfrm>
          <a:off x="3601163" y="1351700"/>
          <a:ext cx="3000000" cy="3000000"/>
        </p:xfrm>
        <a:graphic>
          <a:graphicData uri="http://schemas.openxmlformats.org/drawingml/2006/table">
            <a:tbl>
              <a:tblPr>
                <a:noFill/>
                <a:tableStyleId>{936FDE80-5B39-49F7-90EE-5E78116612E9}</a:tableStyleId>
              </a:tblPr>
              <a:tblGrid>
                <a:gridCol w="1941675"/>
              </a:tblGrid>
              <a:tr h="12700">
                <a:tc>
                  <a:txBody>
                    <a:bodyPr/>
                    <a:lstStyle/>
                    <a:p>
                      <a:pPr indent="0" lvl="0" marL="0" rtl="0" algn="l">
                        <a:lnSpc>
                          <a:spcPct val="115000"/>
                        </a:lnSpc>
                        <a:spcBef>
                          <a:spcPts val="0"/>
                        </a:spcBef>
                        <a:spcAft>
                          <a:spcPts val="0"/>
                        </a:spcAft>
                        <a:buNone/>
                      </a:pPr>
                      <a:r>
                        <a:rPr lang="es-419">
                          <a:solidFill>
                            <a:srgbClr val="444444"/>
                          </a:solidFill>
                          <a:highlight>
                            <a:srgbClr val="F0F0F0"/>
                          </a:highlight>
                          <a:latin typeface="Roboto Mono"/>
                          <a:ea typeface="Roboto Mono"/>
                          <a:cs typeface="Roboto Mono"/>
                          <a:sym typeface="Roboto Mono"/>
                        </a:rPr>
                        <a:t>x = </a:t>
                      </a:r>
                      <a:r>
                        <a:rPr lang="es-419">
                          <a:solidFill>
                            <a:srgbClr val="A61C00"/>
                          </a:solidFill>
                          <a:highlight>
                            <a:srgbClr val="F0F0F0"/>
                          </a:highlight>
                          <a:latin typeface="Roboto Mono"/>
                          <a:ea typeface="Roboto Mono"/>
                          <a:cs typeface="Roboto Mono"/>
                          <a:sym typeface="Roboto Mono"/>
                        </a:rPr>
                        <a:t>10</a:t>
                      </a:r>
                      <a:endParaRPr>
                        <a:solidFill>
                          <a:srgbClr val="A61C00"/>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lang="es-419">
                          <a:solidFill>
                            <a:srgbClr val="444444"/>
                          </a:solidFill>
                          <a:highlight>
                            <a:srgbClr val="F0F0F0"/>
                          </a:highlight>
                          <a:latin typeface="Roboto Mono"/>
                          <a:ea typeface="Roboto Mono"/>
                          <a:cs typeface="Roboto Mono"/>
                          <a:sym typeface="Roboto Mono"/>
                        </a:rPr>
                        <a:t>y = </a:t>
                      </a:r>
                      <a:r>
                        <a:rPr lang="es-419">
                          <a:solidFill>
                            <a:srgbClr val="A61C00"/>
                          </a:solidFill>
                          <a:highlight>
                            <a:srgbClr val="F0F0F0"/>
                          </a:highlight>
                          <a:latin typeface="Roboto Mono"/>
                          <a:ea typeface="Roboto Mono"/>
                          <a:cs typeface="Roboto Mono"/>
                          <a:sym typeface="Roboto Mono"/>
                        </a:rPr>
                        <a:t>5</a:t>
                      </a:r>
                      <a:endParaRPr>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lang="es-419">
                          <a:solidFill>
                            <a:srgbClr val="444444"/>
                          </a:solidFill>
                          <a:highlight>
                            <a:srgbClr val="F0F0F0"/>
                          </a:highlight>
                          <a:latin typeface="Roboto Mono"/>
                          <a:ea typeface="Roboto Mono"/>
                          <a:cs typeface="Roboto Mono"/>
                          <a:sym typeface="Roboto Mono"/>
                        </a:rPr>
                        <a:t>z = </a:t>
                      </a:r>
                      <a:r>
                        <a:rPr lang="es-419">
                          <a:solidFill>
                            <a:srgbClr val="A61C00"/>
                          </a:solidFill>
                          <a:highlight>
                            <a:srgbClr val="F0F0F0"/>
                          </a:highlight>
                          <a:latin typeface="Roboto Mono"/>
                          <a:ea typeface="Roboto Mono"/>
                          <a:cs typeface="Roboto Mono"/>
                          <a:sym typeface="Roboto Mono"/>
                        </a:rPr>
                        <a:t>2</a:t>
                      </a:r>
                      <a:endParaRPr>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b="1" lang="es-419">
                          <a:solidFill>
                            <a:srgbClr val="444444"/>
                          </a:solidFill>
                          <a:highlight>
                            <a:srgbClr val="F0F0F0"/>
                          </a:highlight>
                          <a:latin typeface="Roboto Mono"/>
                          <a:ea typeface="Roboto Mono"/>
                          <a:cs typeface="Roboto Mono"/>
                          <a:sym typeface="Roboto Mono"/>
                        </a:rPr>
                        <a:t>print</a:t>
                      </a:r>
                      <a:r>
                        <a:rPr lang="es-419">
                          <a:solidFill>
                            <a:srgbClr val="444444"/>
                          </a:solidFill>
                          <a:highlight>
                            <a:srgbClr val="F0F0F0"/>
                          </a:highlight>
                          <a:latin typeface="Roboto Mono"/>
                          <a:ea typeface="Roboto Mono"/>
                          <a:cs typeface="Roboto Mono"/>
                          <a:sym typeface="Roboto Mono"/>
                        </a:rPr>
                        <a:t>(x - y * z)</a:t>
                      </a:r>
                      <a:endParaRPr>
                        <a:latin typeface="Roboto Mono"/>
                        <a:ea typeface="Roboto Mono"/>
                        <a:cs typeface="Roboto Mono"/>
                        <a:sym typeface="Roboto Mono"/>
                      </a:endParaRPr>
                    </a:p>
                  </a:txBody>
                  <a:tcPr marT="63500" marB="63500" marR="63500" marL="63500">
                    <a:solidFill>
                      <a:srgbClr val="EFEFEF"/>
                    </a:solidFill>
                  </a:tcPr>
                </a:tc>
              </a:tr>
            </a:tbl>
          </a:graphicData>
        </a:graphic>
      </p:graphicFrame>
      <p:sp>
        <p:nvSpPr>
          <p:cNvPr id="168" name="Google Shape;168;p29"/>
          <p:cNvSpPr txBox="1"/>
          <p:nvPr/>
        </p:nvSpPr>
        <p:spPr>
          <a:xfrm>
            <a:off x="3058950" y="2724150"/>
            <a:ext cx="3000000" cy="109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s-419" sz="1800">
                <a:solidFill>
                  <a:schemeClr val="dk1"/>
                </a:solidFill>
                <a:latin typeface="Roboto"/>
                <a:ea typeface="Roboto"/>
                <a:cs typeface="Roboto"/>
                <a:sym typeface="Roboto"/>
              </a:rPr>
              <a:t>10-5*2</a:t>
            </a:r>
            <a:endParaRPr sz="1800">
              <a:solidFill>
                <a:schemeClr val="dk1"/>
              </a:solidFill>
              <a:latin typeface="Roboto"/>
              <a:ea typeface="Roboto"/>
              <a:cs typeface="Roboto"/>
              <a:sym typeface="Roboto"/>
            </a:endParaRPr>
          </a:p>
          <a:p>
            <a:pPr indent="0" lvl="0" marL="0" rtl="0" algn="ctr">
              <a:lnSpc>
                <a:spcPct val="115000"/>
              </a:lnSpc>
              <a:spcBef>
                <a:spcPts val="0"/>
              </a:spcBef>
              <a:spcAft>
                <a:spcPts val="0"/>
              </a:spcAft>
              <a:buNone/>
            </a:pPr>
            <a:r>
              <a:rPr lang="es-419" sz="1800">
                <a:solidFill>
                  <a:schemeClr val="dk1"/>
                </a:solidFill>
                <a:latin typeface="Roboto"/>
                <a:ea typeface="Roboto"/>
                <a:cs typeface="Roboto"/>
                <a:sym typeface="Roboto"/>
              </a:rPr>
              <a:t>10-10</a:t>
            </a:r>
            <a:endParaRPr sz="1800">
              <a:solidFill>
                <a:schemeClr val="dk1"/>
              </a:solidFill>
              <a:latin typeface="Roboto"/>
              <a:ea typeface="Roboto"/>
              <a:cs typeface="Roboto"/>
              <a:sym typeface="Roboto"/>
            </a:endParaRPr>
          </a:p>
          <a:p>
            <a:pPr indent="0" lvl="0" marL="0" rtl="0" algn="ctr">
              <a:lnSpc>
                <a:spcPct val="115000"/>
              </a:lnSpc>
              <a:spcBef>
                <a:spcPts val="0"/>
              </a:spcBef>
              <a:spcAft>
                <a:spcPts val="0"/>
              </a:spcAft>
              <a:buNone/>
            </a:pPr>
            <a:r>
              <a:rPr lang="es-419" sz="1800">
                <a:solidFill>
                  <a:schemeClr val="dk1"/>
                </a:solidFill>
                <a:latin typeface="Roboto"/>
                <a:ea typeface="Roboto"/>
                <a:cs typeface="Roboto"/>
                <a:sym typeface="Roboto"/>
              </a:rPr>
              <a:t>0</a:t>
            </a:r>
            <a:endParaRPr sz="1800">
              <a:latin typeface="Roboto"/>
              <a:ea typeface="Roboto"/>
              <a:cs typeface="Roboto"/>
              <a:sym typeface="Roboto"/>
            </a:endParaRPr>
          </a:p>
        </p:txBody>
      </p:sp>
      <p:graphicFrame>
        <p:nvGraphicFramePr>
          <p:cNvPr id="169" name="Google Shape;169;p29"/>
          <p:cNvGraphicFramePr/>
          <p:nvPr/>
        </p:nvGraphicFramePr>
        <p:xfrm>
          <a:off x="3601163" y="4018700"/>
          <a:ext cx="3000000" cy="3000000"/>
        </p:xfrm>
        <a:graphic>
          <a:graphicData uri="http://schemas.openxmlformats.org/drawingml/2006/table">
            <a:tbl>
              <a:tblPr>
                <a:noFill/>
                <a:tableStyleId>{936FDE80-5B39-49F7-90EE-5E78116612E9}</a:tableStyleId>
              </a:tblPr>
              <a:tblGrid>
                <a:gridCol w="1941675"/>
              </a:tblGrid>
              <a:tr h="12700">
                <a:tc>
                  <a:txBody>
                    <a:bodyPr/>
                    <a:lstStyle/>
                    <a:p>
                      <a:pPr indent="0" lvl="0" marL="0" rtl="0" algn="l">
                        <a:lnSpc>
                          <a:spcPct val="115000"/>
                        </a:lnSpc>
                        <a:spcBef>
                          <a:spcPts val="0"/>
                        </a:spcBef>
                        <a:spcAft>
                          <a:spcPts val="0"/>
                        </a:spcAft>
                        <a:buNone/>
                      </a:pPr>
                      <a:r>
                        <a:rPr lang="es-419">
                          <a:solidFill>
                            <a:srgbClr val="A61C00"/>
                          </a:solidFill>
                          <a:latin typeface="Roboto Mono"/>
                          <a:ea typeface="Roboto Mono"/>
                          <a:cs typeface="Roboto Mono"/>
                          <a:sym typeface="Roboto Mono"/>
                        </a:rPr>
                        <a:t>0</a:t>
                      </a:r>
                      <a:endParaRPr>
                        <a:latin typeface="Roboto Mono"/>
                        <a:ea typeface="Roboto Mono"/>
                        <a:cs typeface="Roboto Mono"/>
                        <a:sym typeface="Roboto Mono"/>
                      </a:endParaRPr>
                    </a:p>
                  </a:txBody>
                  <a:tcPr marT="63500" marB="63500" marR="63500" marL="63500">
                    <a:solidFill>
                      <a:srgbClr val="D9D9D9"/>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Orden de las operaciones</a:t>
            </a:r>
            <a:endParaRPr/>
          </a:p>
        </p:txBody>
      </p:sp>
      <p:sp>
        <p:nvSpPr>
          <p:cNvPr id="175" name="Google Shape;175;p30"/>
          <p:cNvSpPr txBox="1"/>
          <p:nvPr>
            <p:ph idx="2" type="title"/>
          </p:nvPr>
        </p:nvSpPr>
        <p:spPr>
          <a:xfrm>
            <a:off x="277050" y="709825"/>
            <a:ext cx="8563800" cy="58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Cuando dos operaciones tienen el mismo nivel de prioridad, </a:t>
            </a:r>
            <a:endParaRPr/>
          </a:p>
          <a:p>
            <a:pPr indent="0" lvl="0" marL="0" rtl="0" algn="l">
              <a:spcBef>
                <a:spcPts val="0"/>
              </a:spcBef>
              <a:spcAft>
                <a:spcPts val="0"/>
              </a:spcAft>
              <a:buNone/>
            </a:pPr>
            <a:r>
              <a:rPr lang="es-419"/>
              <a:t>se resuelven de </a:t>
            </a:r>
            <a:r>
              <a:rPr lang="es-419" u="sng"/>
              <a:t>izquierda a derecha</a:t>
            </a:r>
            <a:r>
              <a:rPr lang="es-419"/>
              <a:t>.</a:t>
            </a:r>
            <a:endParaRPr/>
          </a:p>
        </p:txBody>
      </p:sp>
      <p:graphicFrame>
        <p:nvGraphicFramePr>
          <p:cNvPr id="176" name="Google Shape;176;p30"/>
          <p:cNvGraphicFramePr/>
          <p:nvPr/>
        </p:nvGraphicFramePr>
        <p:xfrm>
          <a:off x="1706400" y="1734300"/>
          <a:ext cx="3000000" cy="3000000"/>
        </p:xfrm>
        <a:graphic>
          <a:graphicData uri="http://schemas.openxmlformats.org/drawingml/2006/table">
            <a:tbl>
              <a:tblPr>
                <a:noFill/>
                <a:tableStyleId>{936FDE80-5B39-49F7-90EE-5E78116612E9}</a:tableStyleId>
              </a:tblPr>
              <a:tblGrid>
                <a:gridCol w="1592000"/>
                <a:gridCol w="4139200"/>
              </a:tblGrid>
              <a:tr h="295275">
                <a:tc>
                  <a:txBody>
                    <a:bodyPr/>
                    <a:lstStyle/>
                    <a:p>
                      <a:pPr indent="0" lvl="0" marL="0" rtl="0" algn="just">
                        <a:spcBef>
                          <a:spcPts val="0"/>
                        </a:spcBef>
                        <a:spcAft>
                          <a:spcPts val="0"/>
                        </a:spcAft>
                        <a:buNone/>
                      </a:pPr>
                      <a:r>
                        <a:rPr b="1" lang="es-419">
                          <a:latin typeface="Roboto"/>
                          <a:ea typeface="Roboto"/>
                          <a:cs typeface="Roboto"/>
                          <a:sym typeface="Roboto"/>
                        </a:rPr>
                        <a:t>Operador</a:t>
                      </a:r>
                      <a:endParaRPr b="1">
                        <a:latin typeface="Roboto"/>
                        <a:ea typeface="Roboto"/>
                        <a:cs typeface="Roboto"/>
                        <a:sym typeface="Roboto"/>
                      </a:endParaRPr>
                    </a:p>
                  </a:txBody>
                  <a:tcPr marT="63500" marB="63500" marR="127000" marL="127000">
                    <a:lnL cap="flat" cmpd="sng" w="9525">
                      <a:solidFill>
                        <a:srgbClr val="749D2D"/>
                      </a:solidFill>
                      <a:prstDash val="solid"/>
                      <a:round/>
                      <a:headEnd len="sm" w="sm" type="none"/>
                      <a:tailEnd len="sm" w="sm" type="none"/>
                    </a:lnL>
                    <a:lnR cap="flat" cmpd="sng" w="9525">
                      <a:solidFill>
                        <a:srgbClr val="749D2D"/>
                      </a:solidFill>
                      <a:prstDash val="solid"/>
                      <a:round/>
                      <a:headEnd len="sm" w="sm" type="none"/>
                      <a:tailEnd len="sm" w="sm" type="none"/>
                    </a:lnR>
                    <a:lnT cap="flat" cmpd="sng" w="9525">
                      <a:solidFill>
                        <a:srgbClr val="749D2D"/>
                      </a:solidFill>
                      <a:prstDash val="solid"/>
                      <a:round/>
                      <a:headEnd len="sm" w="sm" type="none"/>
                      <a:tailEnd len="sm" w="sm" type="none"/>
                    </a:lnT>
                    <a:lnB cap="flat" cmpd="sng" w="9525">
                      <a:solidFill>
                        <a:srgbClr val="749D2D"/>
                      </a:solidFill>
                      <a:prstDash val="solid"/>
                      <a:round/>
                      <a:headEnd len="sm" w="sm" type="none"/>
                      <a:tailEnd len="sm" w="sm" type="none"/>
                    </a:lnB>
                    <a:solidFill>
                      <a:srgbClr val="EFEFEF"/>
                    </a:solidFill>
                  </a:tcPr>
                </a:tc>
                <a:tc>
                  <a:txBody>
                    <a:bodyPr/>
                    <a:lstStyle/>
                    <a:p>
                      <a:pPr indent="0" lvl="0" marL="0" rtl="0" algn="just">
                        <a:spcBef>
                          <a:spcPts val="0"/>
                        </a:spcBef>
                        <a:spcAft>
                          <a:spcPts val="0"/>
                        </a:spcAft>
                        <a:buNone/>
                      </a:pPr>
                      <a:r>
                        <a:rPr b="1" lang="es-419">
                          <a:latin typeface="Roboto"/>
                          <a:ea typeface="Roboto"/>
                          <a:cs typeface="Roboto"/>
                          <a:sym typeface="Roboto"/>
                        </a:rPr>
                        <a:t>Nombre</a:t>
                      </a:r>
                      <a:endParaRPr b="1">
                        <a:latin typeface="Roboto"/>
                        <a:ea typeface="Roboto"/>
                        <a:cs typeface="Roboto"/>
                        <a:sym typeface="Roboto"/>
                      </a:endParaRPr>
                    </a:p>
                  </a:txBody>
                  <a:tcPr marT="63500" marB="63500" marR="127000" marL="127000">
                    <a:lnL cap="flat" cmpd="sng" w="9525">
                      <a:solidFill>
                        <a:srgbClr val="749D2D"/>
                      </a:solidFill>
                      <a:prstDash val="solid"/>
                      <a:round/>
                      <a:headEnd len="sm" w="sm" type="none"/>
                      <a:tailEnd len="sm" w="sm" type="none"/>
                    </a:lnL>
                    <a:lnR cap="flat" cmpd="sng" w="9525">
                      <a:solidFill>
                        <a:srgbClr val="749D2D"/>
                      </a:solidFill>
                      <a:prstDash val="solid"/>
                      <a:round/>
                      <a:headEnd len="sm" w="sm" type="none"/>
                      <a:tailEnd len="sm" w="sm" type="none"/>
                    </a:lnR>
                    <a:lnT cap="flat" cmpd="sng" w="9525">
                      <a:solidFill>
                        <a:srgbClr val="749D2D"/>
                      </a:solidFill>
                      <a:prstDash val="solid"/>
                      <a:round/>
                      <a:headEnd len="sm" w="sm" type="none"/>
                      <a:tailEnd len="sm" w="sm" type="none"/>
                    </a:lnT>
                    <a:lnB cap="flat" cmpd="sng" w="9525">
                      <a:solidFill>
                        <a:srgbClr val="749D2D"/>
                      </a:solidFill>
                      <a:prstDash val="solid"/>
                      <a:round/>
                      <a:headEnd len="sm" w="sm" type="none"/>
                      <a:tailEnd len="sm" w="sm" type="none"/>
                    </a:lnB>
                    <a:solidFill>
                      <a:srgbClr val="EFEFEF"/>
                    </a:solidFill>
                  </a:tcPr>
                </a:tc>
              </a:tr>
              <a:tr h="295275">
                <a:tc>
                  <a:txBody>
                    <a:bodyPr/>
                    <a:lstStyle/>
                    <a:p>
                      <a:pPr indent="0" lvl="0" marL="0" rtl="0" algn="just">
                        <a:spcBef>
                          <a:spcPts val="0"/>
                        </a:spcBef>
                        <a:spcAft>
                          <a:spcPts val="0"/>
                        </a:spcAft>
                        <a:buNone/>
                      </a:pPr>
                      <a:r>
                        <a:rPr lang="es-419">
                          <a:latin typeface="Roboto"/>
                          <a:ea typeface="Roboto"/>
                          <a:cs typeface="Roboto"/>
                          <a:sym typeface="Roboto"/>
                        </a:rPr>
                        <a:t>**</a:t>
                      </a:r>
                      <a:endParaRPr>
                        <a:latin typeface="Roboto"/>
                        <a:ea typeface="Roboto"/>
                        <a:cs typeface="Roboto"/>
                        <a:sym typeface="Roboto"/>
                      </a:endParaRPr>
                    </a:p>
                  </a:txBody>
                  <a:tcPr marT="63500" marB="63500" marR="127000" marL="127000">
                    <a:lnL cap="flat" cmpd="sng" w="9525">
                      <a:solidFill>
                        <a:srgbClr val="749D2D"/>
                      </a:solidFill>
                      <a:prstDash val="solid"/>
                      <a:round/>
                      <a:headEnd len="sm" w="sm" type="none"/>
                      <a:tailEnd len="sm" w="sm" type="none"/>
                    </a:lnL>
                    <a:lnR cap="flat" cmpd="sng" w="9525">
                      <a:solidFill>
                        <a:srgbClr val="749D2D"/>
                      </a:solidFill>
                      <a:prstDash val="solid"/>
                      <a:round/>
                      <a:headEnd len="sm" w="sm" type="none"/>
                      <a:tailEnd len="sm" w="sm" type="none"/>
                    </a:lnR>
                    <a:lnT cap="flat" cmpd="sng" w="9525">
                      <a:solidFill>
                        <a:srgbClr val="749D2D"/>
                      </a:solidFill>
                      <a:prstDash val="solid"/>
                      <a:round/>
                      <a:headEnd len="sm" w="sm" type="none"/>
                      <a:tailEnd len="sm" w="sm" type="none"/>
                    </a:lnT>
                    <a:lnB cap="flat" cmpd="sng" w="9525">
                      <a:solidFill>
                        <a:srgbClr val="749D2D"/>
                      </a:solidFill>
                      <a:prstDash val="solid"/>
                      <a:round/>
                      <a:headEnd len="sm" w="sm" type="none"/>
                      <a:tailEnd len="sm" w="sm" type="none"/>
                    </a:lnB>
                  </a:tcPr>
                </a:tc>
                <a:tc>
                  <a:txBody>
                    <a:bodyPr/>
                    <a:lstStyle/>
                    <a:p>
                      <a:pPr indent="0" lvl="0" marL="0" rtl="0" algn="just">
                        <a:spcBef>
                          <a:spcPts val="0"/>
                        </a:spcBef>
                        <a:spcAft>
                          <a:spcPts val="0"/>
                        </a:spcAft>
                        <a:buNone/>
                      </a:pPr>
                      <a:r>
                        <a:rPr lang="es-419">
                          <a:latin typeface="Roboto"/>
                          <a:ea typeface="Roboto"/>
                          <a:cs typeface="Roboto"/>
                          <a:sym typeface="Roboto"/>
                        </a:rPr>
                        <a:t>Exponenciación (potencia)</a:t>
                      </a:r>
                      <a:endParaRPr>
                        <a:latin typeface="Roboto"/>
                        <a:ea typeface="Roboto"/>
                        <a:cs typeface="Roboto"/>
                        <a:sym typeface="Roboto"/>
                      </a:endParaRPr>
                    </a:p>
                  </a:txBody>
                  <a:tcPr marT="63500" marB="63500" marR="127000" marL="127000">
                    <a:lnL cap="flat" cmpd="sng" w="9525">
                      <a:solidFill>
                        <a:srgbClr val="749D2D"/>
                      </a:solidFill>
                      <a:prstDash val="solid"/>
                      <a:round/>
                      <a:headEnd len="sm" w="sm" type="none"/>
                      <a:tailEnd len="sm" w="sm" type="none"/>
                    </a:lnL>
                    <a:lnR cap="flat" cmpd="sng" w="9525">
                      <a:solidFill>
                        <a:srgbClr val="749D2D"/>
                      </a:solidFill>
                      <a:prstDash val="solid"/>
                      <a:round/>
                      <a:headEnd len="sm" w="sm" type="none"/>
                      <a:tailEnd len="sm" w="sm" type="none"/>
                    </a:lnR>
                    <a:lnT cap="flat" cmpd="sng" w="9525">
                      <a:solidFill>
                        <a:srgbClr val="749D2D"/>
                      </a:solidFill>
                      <a:prstDash val="solid"/>
                      <a:round/>
                      <a:headEnd len="sm" w="sm" type="none"/>
                      <a:tailEnd len="sm" w="sm" type="none"/>
                    </a:lnT>
                    <a:lnB cap="flat" cmpd="sng" w="9525">
                      <a:solidFill>
                        <a:srgbClr val="749D2D"/>
                      </a:solidFill>
                      <a:prstDash val="solid"/>
                      <a:round/>
                      <a:headEnd len="sm" w="sm" type="none"/>
                      <a:tailEnd len="sm" w="sm" type="none"/>
                    </a:lnB>
                  </a:tcPr>
                </a:tc>
              </a:tr>
              <a:tr h="295275">
                <a:tc>
                  <a:txBody>
                    <a:bodyPr/>
                    <a:lstStyle/>
                    <a:p>
                      <a:pPr indent="0" lvl="0" marL="0" rtl="0" algn="just">
                        <a:spcBef>
                          <a:spcPts val="0"/>
                        </a:spcBef>
                        <a:spcAft>
                          <a:spcPts val="0"/>
                        </a:spcAft>
                        <a:buNone/>
                      </a:pPr>
                      <a:r>
                        <a:rPr lang="es-419">
                          <a:latin typeface="Roboto"/>
                          <a:ea typeface="Roboto"/>
                          <a:cs typeface="Roboto"/>
                          <a:sym typeface="Roboto"/>
                        </a:rPr>
                        <a:t>* , /, //, %</a:t>
                      </a:r>
                      <a:endParaRPr>
                        <a:latin typeface="Roboto"/>
                        <a:ea typeface="Roboto"/>
                        <a:cs typeface="Roboto"/>
                        <a:sym typeface="Roboto"/>
                      </a:endParaRPr>
                    </a:p>
                  </a:txBody>
                  <a:tcPr marT="63500" marB="63500" marR="127000" marL="127000">
                    <a:lnL cap="flat" cmpd="sng" w="9525">
                      <a:solidFill>
                        <a:srgbClr val="749D2D"/>
                      </a:solidFill>
                      <a:prstDash val="solid"/>
                      <a:round/>
                      <a:headEnd len="sm" w="sm" type="none"/>
                      <a:tailEnd len="sm" w="sm" type="none"/>
                    </a:lnL>
                    <a:lnR cap="flat" cmpd="sng" w="9525">
                      <a:solidFill>
                        <a:srgbClr val="749D2D"/>
                      </a:solidFill>
                      <a:prstDash val="solid"/>
                      <a:round/>
                      <a:headEnd len="sm" w="sm" type="none"/>
                      <a:tailEnd len="sm" w="sm" type="none"/>
                    </a:lnR>
                    <a:lnT cap="flat" cmpd="sng" w="9525">
                      <a:solidFill>
                        <a:srgbClr val="749D2D"/>
                      </a:solidFill>
                      <a:prstDash val="solid"/>
                      <a:round/>
                      <a:headEnd len="sm" w="sm" type="none"/>
                      <a:tailEnd len="sm" w="sm" type="none"/>
                    </a:lnT>
                    <a:lnB cap="flat" cmpd="sng" w="9525">
                      <a:solidFill>
                        <a:srgbClr val="749D2D"/>
                      </a:solidFill>
                      <a:prstDash val="solid"/>
                      <a:round/>
                      <a:headEnd len="sm" w="sm" type="none"/>
                      <a:tailEnd len="sm" w="sm" type="none"/>
                    </a:lnB>
                  </a:tcPr>
                </a:tc>
                <a:tc>
                  <a:txBody>
                    <a:bodyPr/>
                    <a:lstStyle/>
                    <a:p>
                      <a:pPr indent="0" lvl="0" marL="0" rtl="0" algn="just">
                        <a:spcBef>
                          <a:spcPts val="0"/>
                        </a:spcBef>
                        <a:spcAft>
                          <a:spcPts val="0"/>
                        </a:spcAft>
                        <a:buNone/>
                      </a:pPr>
                      <a:r>
                        <a:rPr lang="es-419">
                          <a:latin typeface="Roboto"/>
                          <a:ea typeface="Roboto"/>
                          <a:cs typeface="Roboto"/>
                          <a:sym typeface="Roboto"/>
                        </a:rPr>
                        <a:t>Multiplicación, división y módulo</a:t>
                      </a:r>
                      <a:endParaRPr>
                        <a:latin typeface="Roboto"/>
                        <a:ea typeface="Roboto"/>
                        <a:cs typeface="Roboto"/>
                        <a:sym typeface="Roboto"/>
                      </a:endParaRPr>
                    </a:p>
                  </a:txBody>
                  <a:tcPr marT="63500" marB="63500" marR="127000" marL="127000">
                    <a:lnL cap="flat" cmpd="sng" w="9525">
                      <a:solidFill>
                        <a:srgbClr val="749D2D"/>
                      </a:solidFill>
                      <a:prstDash val="solid"/>
                      <a:round/>
                      <a:headEnd len="sm" w="sm" type="none"/>
                      <a:tailEnd len="sm" w="sm" type="none"/>
                    </a:lnL>
                    <a:lnR cap="flat" cmpd="sng" w="9525">
                      <a:solidFill>
                        <a:srgbClr val="749D2D"/>
                      </a:solidFill>
                      <a:prstDash val="solid"/>
                      <a:round/>
                      <a:headEnd len="sm" w="sm" type="none"/>
                      <a:tailEnd len="sm" w="sm" type="none"/>
                    </a:lnR>
                    <a:lnT cap="flat" cmpd="sng" w="9525">
                      <a:solidFill>
                        <a:srgbClr val="749D2D"/>
                      </a:solidFill>
                      <a:prstDash val="solid"/>
                      <a:round/>
                      <a:headEnd len="sm" w="sm" type="none"/>
                      <a:tailEnd len="sm" w="sm" type="none"/>
                    </a:lnT>
                    <a:lnB cap="flat" cmpd="sng" w="9525">
                      <a:solidFill>
                        <a:srgbClr val="749D2D"/>
                      </a:solidFill>
                      <a:prstDash val="solid"/>
                      <a:round/>
                      <a:headEnd len="sm" w="sm" type="none"/>
                      <a:tailEnd len="sm" w="sm" type="none"/>
                    </a:lnB>
                  </a:tcPr>
                </a:tc>
              </a:tr>
              <a:tr h="295275">
                <a:tc>
                  <a:txBody>
                    <a:bodyPr/>
                    <a:lstStyle/>
                    <a:p>
                      <a:pPr indent="0" lvl="0" marL="0" rtl="0" algn="just">
                        <a:spcBef>
                          <a:spcPts val="0"/>
                        </a:spcBef>
                        <a:spcAft>
                          <a:spcPts val="0"/>
                        </a:spcAft>
                        <a:buNone/>
                      </a:pPr>
                      <a:r>
                        <a:rPr lang="es-419">
                          <a:latin typeface="Roboto"/>
                          <a:ea typeface="Roboto"/>
                          <a:cs typeface="Roboto"/>
                          <a:sym typeface="Roboto"/>
                        </a:rPr>
                        <a:t>+ ,  -</a:t>
                      </a:r>
                      <a:endParaRPr>
                        <a:latin typeface="Roboto"/>
                        <a:ea typeface="Roboto"/>
                        <a:cs typeface="Roboto"/>
                        <a:sym typeface="Roboto"/>
                      </a:endParaRPr>
                    </a:p>
                  </a:txBody>
                  <a:tcPr marT="63500" marB="63500" marR="127000" marL="127000">
                    <a:lnL cap="flat" cmpd="sng" w="9525">
                      <a:solidFill>
                        <a:srgbClr val="749D2D"/>
                      </a:solidFill>
                      <a:prstDash val="solid"/>
                      <a:round/>
                      <a:headEnd len="sm" w="sm" type="none"/>
                      <a:tailEnd len="sm" w="sm" type="none"/>
                    </a:lnL>
                    <a:lnR cap="flat" cmpd="sng" w="9525">
                      <a:solidFill>
                        <a:srgbClr val="749D2D"/>
                      </a:solidFill>
                      <a:prstDash val="solid"/>
                      <a:round/>
                      <a:headEnd len="sm" w="sm" type="none"/>
                      <a:tailEnd len="sm" w="sm" type="none"/>
                    </a:lnR>
                    <a:lnT cap="flat" cmpd="sng" w="9525">
                      <a:solidFill>
                        <a:srgbClr val="749D2D"/>
                      </a:solidFill>
                      <a:prstDash val="solid"/>
                      <a:round/>
                      <a:headEnd len="sm" w="sm" type="none"/>
                      <a:tailEnd len="sm" w="sm" type="none"/>
                    </a:lnT>
                    <a:lnB cap="flat" cmpd="sng" w="9525">
                      <a:solidFill>
                        <a:srgbClr val="749D2D"/>
                      </a:solidFill>
                      <a:prstDash val="solid"/>
                      <a:round/>
                      <a:headEnd len="sm" w="sm" type="none"/>
                      <a:tailEnd len="sm" w="sm" type="none"/>
                    </a:lnB>
                  </a:tcPr>
                </a:tc>
                <a:tc>
                  <a:txBody>
                    <a:bodyPr/>
                    <a:lstStyle/>
                    <a:p>
                      <a:pPr indent="0" lvl="0" marL="0" rtl="0" algn="just">
                        <a:spcBef>
                          <a:spcPts val="0"/>
                        </a:spcBef>
                        <a:spcAft>
                          <a:spcPts val="0"/>
                        </a:spcAft>
                        <a:buNone/>
                      </a:pPr>
                      <a:r>
                        <a:rPr lang="es-419">
                          <a:latin typeface="Roboto"/>
                          <a:ea typeface="Roboto"/>
                          <a:cs typeface="Roboto"/>
                          <a:sym typeface="Roboto"/>
                        </a:rPr>
                        <a:t>Suma y resta</a:t>
                      </a:r>
                      <a:endParaRPr>
                        <a:latin typeface="Roboto"/>
                        <a:ea typeface="Roboto"/>
                        <a:cs typeface="Roboto"/>
                        <a:sym typeface="Roboto"/>
                      </a:endParaRPr>
                    </a:p>
                  </a:txBody>
                  <a:tcPr marT="63500" marB="63500" marR="127000" marL="127000">
                    <a:lnL cap="flat" cmpd="sng" w="9525">
                      <a:solidFill>
                        <a:srgbClr val="749D2D"/>
                      </a:solidFill>
                      <a:prstDash val="solid"/>
                      <a:round/>
                      <a:headEnd len="sm" w="sm" type="none"/>
                      <a:tailEnd len="sm" w="sm" type="none"/>
                    </a:lnL>
                    <a:lnR cap="flat" cmpd="sng" w="9525">
                      <a:solidFill>
                        <a:srgbClr val="749D2D"/>
                      </a:solidFill>
                      <a:prstDash val="solid"/>
                      <a:round/>
                      <a:headEnd len="sm" w="sm" type="none"/>
                      <a:tailEnd len="sm" w="sm" type="none"/>
                    </a:lnR>
                    <a:lnT cap="flat" cmpd="sng" w="9525">
                      <a:solidFill>
                        <a:srgbClr val="749D2D"/>
                      </a:solidFill>
                      <a:prstDash val="solid"/>
                      <a:round/>
                      <a:headEnd len="sm" w="sm" type="none"/>
                      <a:tailEnd len="sm" w="sm" type="none"/>
                    </a:lnT>
                    <a:lnB cap="flat" cmpd="sng" w="9525">
                      <a:solidFill>
                        <a:srgbClr val="749D2D"/>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1"/>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Operaciones y paréntesis</a:t>
            </a:r>
            <a:endParaRPr/>
          </a:p>
        </p:txBody>
      </p:sp>
      <p:sp>
        <p:nvSpPr>
          <p:cNvPr id="182" name="Google Shape;182;p31"/>
          <p:cNvSpPr txBox="1"/>
          <p:nvPr>
            <p:ph idx="2" type="title"/>
          </p:nvPr>
        </p:nvSpPr>
        <p:spPr>
          <a:xfrm>
            <a:off x="277050" y="709825"/>
            <a:ext cx="8563800" cy="58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L</a:t>
            </a:r>
            <a:r>
              <a:rPr lang="es-419"/>
              <a:t>os paréntesis cambian el orden en que preceden las operaciones </a:t>
            </a:r>
            <a:endParaRPr/>
          </a:p>
          <a:p>
            <a:pPr indent="0" lvl="0" marL="0" rtl="0" algn="l">
              <a:spcBef>
                <a:spcPts val="0"/>
              </a:spcBef>
              <a:spcAft>
                <a:spcPts val="0"/>
              </a:spcAft>
              <a:buNone/>
            </a:pPr>
            <a:r>
              <a:rPr lang="es-419"/>
              <a:t>dando prioridad a las que estén dentro de los paréntesis.</a:t>
            </a:r>
            <a:endParaRPr/>
          </a:p>
        </p:txBody>
      </p:sp>
      <p:graphicFrame>
        <p:nvGraphicFramePr>
          <p:cNvPr id="183" name="Google Shape;183;p31"/>
          <p:cNvGraphicFramePr/>
          <p:nvPr/>
        </p:nvGraphicFramePr>
        <p:xfrm>
          <a:off x="3343113" y="1890575"/>
          <a:ext cx="3000000" cy="3000000"/>
        </p:xfrm>
        <a:graphic>
          <a:graphicData uri="http://schemas.openxmlformats.org/drawingml/2006/table">
            <a:tbl>
              <a:tblPr>
                <a:noFill/>
                <a:tableStyleId>{936FDE80-5B39-49F7-90EE-5E78116612E9}</a:tableStyleId>
              </a:tblPr>
              <a:tblGrid>
                <a:gridCol w="2457775"/>
              </a:tblGrid>
              <a:tr h="12700">
                <a:tc>
                  <a:txBody>
                    <a:bodyPr/>
                    <a:lstStyle/>
                    <a:p>
                      <a:pPr indent="0" lvl="0" marL="0" rtl="0" algn="l">
                        <a:lnSpc>
                          <a:spcPct val="115000"/>
                        </a:lnSpc>
                        <a:spcBef>
                          <a:spcPts val="0"/>
                        </a:spcBef>
                        <a:spcAft>
                          <a:spcPts val="0"/>
                        </a:spcAft>
                        <a:buClr>
                          <a:schemeClr val="dk1"/>
                        </a:buClr>
                        <a:buSzPts val="1100"/>
                        <a:buFont typeface="Arial"/>
                        <a:buNone/>
                      </a:pPr>
                      <a:r>
                        <a:rPr b="1" lang="es-419">
                          <a:solidFill>
                            <a:srgbClr val="444444"/>
                          </a:solidFill>
                          <a:highlight>
                            <a:srgbClr val="F0F0F0"/>
                          </a:highlight>
                          <a:latin typeface="Roboto Mono"/>
                          <a:ea typeface="Roboto Mono"/>
                          <a:cs typeface="Roboto Mono"/>
                          <a:sym typeface="Roboto Mono"/>
                        </a:rPr>
                        <a:t>print</a:t>
                      </a:r>
                      <a:r>
                        <a:rPr lang="es-419">
                          <a:solidFill>
                            <a:srgbClr val="444444"/>
                          </a:solidFill>
                          <a:highlight>
                            <a:srgbClr val="F0F0F0"/>
                          </a:highlight>
                          <a:latin typeface="Roboto Mono"/>
                          <a:ea typeface="Roboto Mono"/>
                          <a:cs typeface="Roboto Mono"/>
                          <a:sym typeface="Roboto Mono"/>
                        </a:rPr>
                        <a:t>((</a:t>
                      </a:r>
                      <a:r>
                        <a:rPr lang="es-419">
                          <a:solidFill>
                            <a:srgbClr val="880000"/>
                          </a:solidFill>
                          <a:highlight>
                            <a:srgbClr val="F0F0F0"/>
                          </a:highlight>
                          <a:latin typeface="Roboto Mono"/>
                          <a:ea typeface="Roboto Mono"/>
                          <a:cs typeface="Roboto Mono"/>
                          <a:sym typeface="Roboto Mono"/>
                        </a:rPr>
                        <a:t>10</a:t>
                      </a:r>
                      <a:r>
                        <a:rPr lang="es-419">
                          <a:solidFill>
                            <a:srgbClr val="444444"/>
                          </a:solidFill>
                          <a:highlight>
                            <a:srgbClr val="F0F0F0"/>
                          </a:highlight>
                          <a:latin typeface="Roboto Mono"/>
                          <a:ea typeface="Roboto Mono"/>
                          <a:cs typeface="Roboto Mono"/>
                          <a:sym typeface="Roboto Mono"/>
                        </a:rPr>
                        <a:t> - </a:t>
                      </a:r>
                      <a:r>
                        <a:rPr lang="es-419">
                          <a:solidFill>
                            <a:srgbClr val="880000"/>
                          </a:solidFill>
                          <a:highlight>
                            <a:srgbClr val="F0F0F0"/>
                          </a:highlight>
                          <a:latin typeface="Roboto Mono"/>
                          <a:ea typeface="Roboto Mono"/>
                          <a:cs typeface="Roboto Mono"/>
                          <a:sym typeface="Roboto Mono"/>
                        </a:rPr>
                        <a:t>5</a:t>
                      </a:r>
                      <a:r>
                        <a:rPr lang="es-419">
                          <a:solidFill>
                            <a:srgbClr val="444444"/>
                          </a:solidFill>
                          <a:highlight>
                            <a:srgbClr val="F0F0F0"/>
                          </a:highlight>
                          <a:latin typeface="Roboto Mono"/>
                          <a:ea typeface="Roboto Mono"/>
                          <a:cs typeface="Roboto Mono"/>
                          <a:sym typeface="Roboto Mono"/>
                        </a:rPr>
                        <a:t>) * </a:t>
                      </a:r>
                      <a:r>
                        <a:rPr lang="es-419">
                          <a:solidFill>
                            <a:srgbClr val="880000"/>
                          </a:solidFill>
                          <a:highlight>
                            <a:srgbClr val="F0F0F0"/>
                          </a:highlight>
                          <a:latin typeface="Roboto Mono"/>
                          <a:ea typeface="Roboto Mono"/>
                          <a:cs typeface="Roboto Mono"/>
                          <a:sym typeface="Roboto Mono"/>
                        </a:rPr>
                        <a:t>2</a:t>
                      </a:r>
                      <a:r>
                        <a:rPr lang="es-419">
                          <a:solidFill>
                            <a:srgbClr val="444444"/>
                          </a:solidFill>
                          <a:highlight>
                            <a:srgbClr val="F0F0F0"/>
                          </a:highlight>
                          <a:latin typeface="Roboto Mono"/>
                          <a:ea typeface="Roboto Mono"/>
                          <a:cs typeface="Roboto Mono"/>
                          <a:sym typeface="Roboto Mono"/>
                        </a:rPr>
                        <a:t>)</a:t>
                      </a:r>
                      <a:endParaRPr>
                        <a:latin typeface="Roboto Mono"/>
                        <a:ea typeface="Roboto Mono"/>
                        <a:cs typeface="Roboto Mono"/>
                        <a:sym typeface="Roboto Mono"/>
                      </a:endParaRPr>
                    </a:p>
                  </a:txBody>
                  <a:tcPr marT="63500" marB="63500" marR="63500" marL="63500">
                    <a:solidFill>
                      <a:srgbClr val="EFEFEF"/>
                    </a:solidFill>
                  </a:tcPr>
                </a:tc>
              </a:tr>
            </a:tbl>
          </a:graphicData>
        </a:graphic>
      </p:graphicFrame>
      <p:sp>
        <p:nvSpPr>
          <p:cNvPr id="184" name="Google Shape;184;p31"/>
          <p:cNvSpPr txBox="1"/>
          <p:nvPr/>
        </p:nvSpPr>
        <p:spPr>
          <a:xfrm>
            <a:off x="3058950" y="2724150"/>
            <a:ext cx="3000000" cy="109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s-419" sz="1800">
                <a:solidFill>
                  <a:schemeClr val="dk1"/>
                </a:solidFill>
                <a:latin typeface="Roboto"/>
                <a:ea typeface="Roboto"/>
                <a:cs typeface="Roboto"/>
                <a:sym typeface="Roboto"/>
              </a:rPr>
              <a:t>(10-5)*2</a:t>
            </a:r>
            <a:endParaRPr sz="1800">
              <a:solidFill>
                <a:schemeClr val="dk1"/>
              </a:solidFill>
              <a:latin typeface="Roboto"/>
              <a:ea typeface="Roboto"/>
              <a:cs typeface="Roboto"/>
              <a:sym typeface="Roboto"/>
            </a:endParaRPr>
          </a:p>
          <a:p>
            <a:pPr indent="0" lvl="0" marL="0" rtl="0" algn="ctr">
              <a:lnSpc>
                <a:spcPct val="115000"/>
              </a:lnSpc>
              <a:spcBef>
                <a:spcPts val="0"/>
              </a:spcBef>
              <a:spcAft>
                <a:spcPts val="0"/>
              </a:spcAft>
              <a:buNone/>
            </a:pPr>
            <a:r>
              <a:rPr lang="es-419" sz="1800">
                <a:solidFill>
                  <a:schemeClr val="dk1"/>
                </a:solidFill>
                <a:latin typeface="Roboto"/>
                <a:ea typeface="Roboto"/>
                <a:cs typeface="Roboto"/>
                <a:sym typeface="Roboto"/>
              </a:rPr>
              <a:t>5*2</a:t>
            </a:r>
            <a:endParaRPr sz="1800">
              <a:solidFill>
                <a:schemeClr val="dk1"/>
              </a:solidFill>
              <a:latin typeface="Roboto"/>
              <a:ea typeface="Roboto"/>
              <a:cs typeface="Roboto"/>
              <a:sym typeface="Roboto"/>
            </a:endParaRPr>
          </a:p>
          <a:p>
            <a:pPr indent="0" lvl="0" marL="0" rtl="0" algn="ctr">
              <a:lnSpc>
                <a:spcPct val="115000"/>
              </a:lnSpc>
              <a:spcBef>
                <a:spcPts val="0"/>
              </a:spcBef>
              <a:spcAft>
                <a:spcPts val="0"/>
              </a:spcAft>
              <a:buNone/>
            </a:pPr>
            <a:r>
              <a:rPr lang="es-419" sz="1800">
                <a:solidFill>
                  <a:schemeClr val="dk1"/>
                </a:solidFill>
                <a:latin typeface="Roboto"/>
                <a:ea typeface="Roboto"/>
                <a:cs typeface="Roboto"/>
                <a:sym typeface="Roboto"/>
              </a:rPr>
              <a:t>10</a:t>
            </a:r>
            <a:endParaRPr sz="1800">
              <a:solidFill>
                <a:schemeClr val="dk1"/>
              </a:solidFill>
              <a:latin typeface="Roboto"/>
              <a:ea typeface="Roboto"/>
              <a:cs typeface="Roboto"/>
              <a:sym typeface="Roboto"/>
            </a:endParaRPr>
          </a:p>
        </p:txBody>
      </p:sp>
      <p:graphicFrame>
        <p:nvGraphicFramePr>
          <p:cNvPr id="185" name="Google Shape;185;p31"/>
          <p:cNvGraphicFramePr/>
          <p:nvPr/>
        </p:nvGraphicFramePr>
        <p:xfrm>
          <a:off x="3601163" y="4018700"/>
          <a:ext cx="3000000" cy="3000000"/>
        </p:xfrm>
        <a:graphic>
          <a:graphicData uri="http://schemas.openxmlformats.org/drawingml/2006/table">
            <a:tbl>
              <a:tblPr>
                <a:noFill/>
                <a:tableStyleId>{936FDE80-5B39-49F7-90EE-5E78116612E9}</a:tableStyleId>
              </a:tblPr>
              <a:tblGrid>
                <a:gridCol w="1941675"/>
              </a:tblGrid>
              <a:tr h="12700">
                <a:tc>
                  <a:txBody>
                    <a:bodyPr/>
                    <a:lstStyle/>
                    <a:p>
                      <a:pPr indent="0" lvl="0" marL="0" rtl="0" algn="l">
                        <a:lnSpc>
                          <a:spcPct val="115000"/>
                        </a:lnSpc>
                        <a:spcBef>
                          <a:spcPts val="0"/>
                        </a:spcBef>
                        <a:spcAft>
                          <a:spcPts val="0"/>
                        </a:spcAft>
                        <a:buNone/>
                      </a:pPr>
                      <a:r>
                        <a:rPr lang="es-419">
                          <a:solidFill>
                            <a:srgbClr val="A61C00"/>
                          </a:solidFill>
                          <a:latin typeface="Roboto Mono"/>
                          <a:ea typeface="Roboto Mono"/>
                          <a:cs typeface="Roboto Mono"/>
                          <a:sym typeface="Roboto Mono"/>
                        </a:rPr>
                        <a:t>1</a:t>
                      </a:r>
                      <a:r>
                        <a:rPr lang="es-419">
                          <a:solidFill>
                            <a:srgbClr val="A61C00"/>
                          </a:solidFill>
                          <a:latin typeface="Roboto Mono"/>
                          <a:ea typeface="Roboto Mono"/>
                          <a:cs typeface="Roboto Mono"/>
                          <a:sym typeface="Roboto Mono"/>
                        </a:rPr>
                        <a:t>0</a:t>
                      </a:r>
                      <a:endParaRPr>
                        <a:latin typeface="Roboto Mono"/>
                        <a:ea typeface="Roboto Mono"/>
                        <a:cs typeface="Roboto Mono"/>
                        <a:sym typeface="Roboto Mono"/>
                      </a:endParaRPr>
                    </a:p>
                  </a:txBody>
                  <a:tcPr marT="63500" marB="63500" marR="63500" marL="63500">
                    <a:solidFill>
                      <a:srgbClr val="D9D9D9"/>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2"/>
          <p:cNvSpPr txBox="1"/>
          <p:nvPr>
            <p:ph type="title"/>
          </p:nvPr>
        </p:nvSpPr>
        <p:spPr>
          <a:xfrm>
            <a:off x="311700" y="2285400"/>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419"/>
              <a:t>/* Librerías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3"/>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Importar una librería</a:t>
            </a:r>
            <a:endParaRPr/>
          </a:p>
        </p:txBody>
      </p:sp>
      <p:sp>
        <p:nvSpPr>
          <p:cNvPr id="196" name="Google Shape;196;p33"/>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Las librerías son extensiones del lenguaje que añaden funcionalidades no disponibles en Python nativo.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Normalmente las importaciones se definen al inicio de un código. Luego para utilizar una funcionalidad de dicha librería se usa la sintaxis: libreria.metodo():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Existe una manera alternativa de llamar una función específica de una librería:</a:t>
            </a:r>
            <a:endParaRPr/>
          </a:p>
        </p:txBody>
      </p:sp>
      <p:sp>
        <p:nvSpPr>
          <p:cNvPr id="197" name="Google Shape;197;p33"/>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graphicFrame>
        <p:nvGraphicFramePr>
          <p:cNvPr id="198" name="Google Shape;198;p33"/>
          <p:cNvGraphicFramePr/>
          <p:nvPr/>
        </p:nvGraphicFramePr>
        <p:xfrm>
          <a:off x="439175" y="2087800"/>
          <a:ext cx="3000000" cy="3000000"/>
        </p:xfrm>
        <a:graphic>
          <a:graphicData uri="http://schemas.openxmlformats.org/drawingml/2006/table">
            <a:tbl>
              <a:tblPr>
                <a:noFill/>
                <a:tableStyleId>{936FDE80-5B39-49F7-90EE-5E78116612E9}</a:tableStyleId>
              </a:tblPr>
              <a:tblGrid>
                <a:gridCol w="8215000"/>
              </a:tblGrid>
              <a:tr h="12700">
                <a:tc>
                  <a:txBody>
                    <a:bodyPr/>
                    <a:lstStyle/>
                    <a:p>
                      <a:pPr indent="0" lvl="0" marL="0" rtl="0" algn="l">
                        <a:lnSpc>
                          <a:spcPct val="115000"/>
                        </a:lnSpc>
                        <a:spcBef>
                          <a:spcPts val="0"/>
                        </a:spcBef>
                        <a:spcAft>
                          <a:spcPts val="0"/>
                        </a:spcAft>
                        <a:buNone/>
                      </a:pPr>
                      <a:r>
                        <a:rPr b="1" lang="es-419" sz="1000">
                          <a:solidFill>
                            <a:srgbClr val="444444"/>
                          </a:solidFill>
                          <a:highlight>
                            <a:srgbClr val="F0F0F0"/>
                          </a:highlight>
                          <a:latin typeface="Roboto Mono"/>
                          <a:ea typeface="Roboto Mono"/>
                          <a:cs typeface="Roboto Mono"/>
                          <a:sym typeface="Roboto Mono"/>
                        </a:rPr>
                        <a:t>import</a:t>
                      </a:r>
                      <a:r>
                        <a:rPr lang="es-419" sz="1000">
                          <a:solidFill>
                            <a:srgbClr val="444444"/>
                          </a:solidFill>
                          <a:highlight>
                            <a:srgbClr val="F0F0F0"/>
                          </a:highlight>
                          <a:latin typeface="Roboto Mono"/>
                          <a:ea typeface="Roboto Mono"/>
                          <a:cs typeface="Roboto Mono"/>
                          <a:sym typeface="Roboto Mono"/>
                        </a:rPr>
                        <a:t> os  </a:t>
                      </a:r>
                      <a:r>
                        <a:rPr lang="es-419" sz="1000">
                          <a:solidFill>
                            <a:srgbClr val="888888"/>
                          </a:solidFill>
                          <a:highlight>
                            <a:srgbClr val="F0F0F0"/>
                          </a:highlight>
                          <a:latin typeface="Roboto Mono"/>
                          <a:ea typeface="Roboto Mono"/>
                          <a:cs typeface="Roboto Mono"/>
                          <a:sym typeface="Roboto Mono"/>
                        </a:rPr>
                        <a:t># esta es una librería que permite interactuar con el Sistema Operativo</a:t>
                      </a:r>
                      <a:endParaRPr sz="10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000">
                          <a:solidFill>
                            <a:srgbClr val="444444"/>
                          </a:solidFill>
                          <a:highlight>
                            <a:srgbClr val="F0F0F0"/>
                          </a:highlight>
                          <a:latin typeface="Roboto Mono"/>
                          <a:ea typeface="Roboto Mono"/>
                          <a:cs typeface="Roboto Mono"/>
                          <a:sym typeface="Roboto Mono"/>
                        </a:rPr>
                        <a:t>import</a:t>
                      </a:r>
                      <a:r>
                        <a:rPr lang="es-419" sz="1000">
                          <a:solidFill>
                            <a:srgbClr val="444444"/>
                          </a:solidFill>
                          <a:highlight>
                            <a:srgbClr val="F0F0F0"/>
                          </a:highlight>
                          <a:latin typeface="Roboto Mono"/>
                          <a:ea typeface="Roboto Mono"/>
                          <a:cs typeface="Roboto Mono"/>
                          <a:sym typeface="Roboto Mono"/>
                        </a:rPr>
                        <a:t> math  </a:t>
                      </a:r>
                      <a:r>
                        <a:rPr lang="es-419" sz="1000">
                          <a:solidFill>
                            <a:srgbClr val="888888"/>
                          </a:solidFill>
                          <a:highlight>
                            <a:srgbClr val="F0F0F0"/>
                          </a:highlight>
                          <a:latin typeface="Roboto Mono"/>
                          <a:ea typeface="Roboto Mono"/>
                          <a:cs typeface="Roboto Mono"/>
                          <a:sym typeface="Roboto Mono"/>
                        </a:rPr>
                        <a:t># añade más funcionalidades matemáticas</a:t>
                      </a:r>
                      <a:endParaRPr sz="1000">
                        <a:solidFill>
                          <a:srgbClr val="444444"/>
                        </a:solidFill>
                        <a:highlight>
                          <a:srgbClr val="F0F0F0"/>
                        </a:highlight>
                        <a:latin typeface="Roboto Mono"/>
                        <a:ea typeface="Roboto Mono"/>
                        <a:cs typeface="Roboto Mono"/>
                        <a:sym typeface="Roboto Mono"/>
                      </a:endParaRPr>
                    </a:p>
                  </a:txBody>
                  <a:tcPr marT="63500" marB="63500" marR="63500" marL="63500">
                    <a:solidFill>
                      <a:srgbClr val="F0F0F0"/>
                    </a:solidFill>
                  </a:tcPr>
                </a:tc>
              </a:tr>
            </a:tbl>
          </a:graphicData>
        </a:graphic>
      </p:graphicFrame>
      <p:graphicFrame>
        <p:nvGraphicFramePr>
          <p:cNvPr id="199" name="Google Shape;199;p33"/>
          <p:cNvGraphicFramePr/>
          <p:nvPr/>
        </p:nvGraphicFramePr>
        <p:xfrm>
          <a:off x="439175" y="3230800"/>
          <a:ext cx="3000000" cy="3000000"/>
        </p:xfrm>
        <a:graphic>
          <a:graphicData uri="http://schemas.openxmlformats.org/drawingml/2006/table">
            <a:tbl>
              <a:tblPr>
                <a:noFill/>
                <a:tableStyleId>{936FDE80-5B39-49F7-90EE-5E78116612E9}</a:tableStyleId>
              </a:tblPr>
              <a:tblGrid>
                <a:gridCol w="8215000"/>
              </a:tblGrid>
              <a:tr h="12700">
                <a:tc>
                  <a:txBody>
                    <a:bodyPr/>
                    <a:lstStyle/>
                    <a:p>
                      <a:pPr indent="0" lvl="0" marL="0" rtl="0" algn="l">
                        <a:lnSpc>
                          <a:spcPct val="115000"/>
                        </a:lnSpc>
                        <a:spcBef>
                          <a:spcPts val="0"/>
                        </a:spcBef>
                        <a:spcAft>
                          <a:spcPts val="0"/>
                        </a:spcAft>
                        <a:buClr>
                          <a:schemeClr val="dk1"/>
                        </a:buClr>
                        <a:buSzPts val="1100"/>
                        <a:buFont typeface="Arial"/>
                        <a:buNone/>
                      </a:pPr>
                      <a:r>
                        <a:rPr lang="es-419" sz="1000">
                          <a:solidFill>
                            <a:srgbClr val="444444"/>
                          </a:solidFill>
                          <a:highlight>
                            <a:srgbClr val="F0F0F0"/>
                          </a:highlight>
                          <a:latin typeface="Roboto Mono"/>
                          <a:ea typeface="Roboto Mono"/>
                          <a:cs typeface="Roboto Mono"/>
                          <a:sym typeface="Roboto Mono"/>
                        </a:rPr>
                        <a:t>os.</a:t>
                      </a:r>
                      <a:r>
                        <a:rPr b="1" lang="es-419" sz="1000">
                          <a:solidFill>
                            <a:srgbClr val="444444"/>
                          </a:solidFill>
                          <a:highlight>
                            <a:srgbClr val="F0F0F0"/>
                          </a:highlight>
                          <a:latin typeface="Roboto Mono"/>
                          <a:ea typeface="Roboto Mono"/>
                          <a:cs typeface="Roboto Mono"/>
                          <a:sym typeface="Roboto Mono"/>
                        </a:rPr>
                        <a:t>getcwd</a:t>
                      </a:r>
                      <a:r>
                        <a:rPr lang="es-419" sz="1000">
                          <a:solidFill>
                            <a:srgbClr val="444444"/>
                          </a:solidFill>
                          <a:highlight>
                            <a:srgbClr val="F0F0F0"/>
                          </a:highlight>
                          <a:latin typeface="Roboto Mono"/>
                          <a:ea typeface="Roboto Mono"/>
                          <a:cs typeface="Roboto Mono"/>
                          <a:sym typeface="Roboto Mono"/>
                        </a:rPr>
                        <a:t>() </a:t>
                      </a:r>
                      <a:r>
                        <a:rPr lang="es-419" sz="1000">
                          <a:solidFill>
                            <a:srgbClr val="888888"/>
                          </a:solidFill>
                          <a:highlight>
                            <a:srgbClr val="F0F0F0"/>
                          </a:highlight>
                          <a:latin typeface="Roboto Mono"/>
                          <a:ea typeface="Roboto Mono"/>
                          <a:cs typeface="Roboto Mono"/>
                          <a:sym typeface="Roboto Mono"/>
                        </a:rPr>
                        <a:t># entrega la ruta actual en la que me encuentro.</a:t>
                      </a:r>
                      <a:endParaRPr sz="1000">
                        <a:solidFill>
                          <a:srgbClr val="888888"/>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lang="es-419" sz="1000">
                          <a:solidFill>
                            <a:srgbClr val="444444"/>
                          </a:solidFill>
                          <a:highlight>
                            <a:srgbClr val="F0F0F0"/>
                          </a:highlight>
                          <a:latin typeface="Roboto Mono"/>
                          <a:ea typeface="Roboto Mono"/>
                          <a:cs typeface="Roboto Mono"/>
                          <a:sym typeface="Roboto Mono"/>
                        </a:rPr>
                        <a:t>math</a:t>
                      </a:r>
                      <a:r>
                        <a:rPr b="1" lang="es-419" sz="1000">
                          <a:solidFill>
                            <a:srgbClr val="444444"/>
                          </a:solidFill>
                          <a:highlight>
                            <a:srgbClr val="F0F0F0"/>
                          </a:highlight>
                          <a:latin typeface="Roboto Mono"/>
                          <a:ea typeface="Roboto Mono"/>
                          <a:cs typeface="Roboto Mono"/>
                          <a:sym typeface="Roboto Mono"/>
                        </a:rPr>
                        <a:t>.sqrt</a:t>
                      </a:r>
                      <a:r>
                        <a:rPr lang="es-419" sz="1000">
                          <a:solidFill>
                            <a:srgbClr val="444444"/>
                          </a:solidFill>
                          <a:highlight>
                            <a:srgbClr val="F0F0F0"/>
                          </a:highlight>
                          <a:latin typeface="Roboto Mono"/>
                          <a:ea typeface="Roboto Mono"/>
                          <a:cs typeface="Roboto Mono"/>
                          <a:sym typeface="Roboto Mono"/>
                        </a:rPr>
                        <a:t>(2) </a:t>
                      </a:r>
                      <a:r>
                        <a:rPr lang="es-419" sz="1000">
                          <a:solidFill>
                            <a:srgbClr val="888888"/>
                          </a:solidFill>
                          <a:highlight>
                            <a:srgbClr val="F0F0F0"/>
                          </a:highlight>
                          <a:latin typeface="Roboto Mono"/>
                          <a:ea typeface="Roboto Mono"/>
                          <a:cs typeface="Roboto Mono"/>
                          <a:sym typeface="Roboto Mono"/>
                        </a:rPr>
                        <a:t># raíz cuadrada de dos</a:t>
                      </a:r>
                      <a:endParaRPr b="1" sz="1000">
                        <a:solidFill>
                          <a:srgbClr val="444444"/>
                        </a:solidFill>
                        <a:highlight>
                          <a:srgbClr val="F0F0F0"/>
                        </a:highlight>
                        <a:latin typeface="Roboto Mono"/>
                        <a:ea typeface="Roboto Mono"/>
                        <a:cs typeface="Roboto Mono"/>
                        <a:sym typeface="Roboto Mono"/>
                      </a:endParaRPr>
                    </a:p>
                  </a:txBody>
                  <a:tcPr marT="63500" marB="63500" marR="63500" marL="63500">
                    <a:solidFill>
                      <a:srgbClr val="F0F0F0"/>
                    </a:solidFill>
                  </a:tcPr>
                </a:tc>
              </a:tr>
            </a:tbl>
          </a:graphicData>
        </a:graphic>
      </p:graphicFrame>
      <p:graphicFrame>
        <p:nvGraphicFramePr>
          <p:cNvPr id="200" name="Google Shape;200;p33"/>
          <p:cNvGraphicFramePr/>
          <p:nvPr/>
        </p:nvGraphicFramePr>
        <p:xfrm>
          <a:off x="439175" y="4069000"/>
          <a:ext cx="3000000" cy="3000000"/>
        </p:xfrm>
        <a:graphic>
          <a:graphicData uri="http://schemas.openxmlformats.org/drawingml/2006/table">
            <a:tbl>
              <a:tblPr>
                <a:noFill/>
                <a:tableStyleId>{936FDE80-5B39-49F7-90EE-5E78116612E9}</a:tableStyleId>
              </a:tblPr>
              <a:tblGrid>
                <a:gridCol w="8215000"/>
              </a:tblGrid>
              <a:tr h="12700">
                <a:tc>
                  <a:txBody>
                    <a:bodyPr/>
                    <a:lstStyle/>
                    <a:p>
                      <a:pPr indent="0" lvl="0" marL="0" rtl="0" algn="l">
                        <a:lnSpc>
                          <a:spcPct val="115000"/>
                        </a:lnSpc>
                        <a:spcBef>
                          <a:spcPts val="0"/>
                        </a:spcBef>
                        <a:spcAft>
                          <a:spcPts val="0"/>
                        </a:spcAft>
                        <a:buNone/>
                      </a:pPr>
                      <a:r>
                        <a:rPr b="1" lang="es-419" sz="1000">
                          <a:solidFill>
                            <a:srgbClr val="444444"/>
                          </a:solidFill>
                          <a:highlight>
                            <a:srgbClr val="F0F0F0"/>
                          </a:highlight>
                          <a:latin typeface="Roboto Mono"/>
                          <a:ea typeface="Roboto Mono"/>
                          <a:cs typeface="Roboto Mono"/>
                          <a:sym typeface="Roboto Mono"/>
                        </a:rPr>
                        <a:t>from</a:t>
                      </a:r>
                      <a:r>
                        <a:rPr lang="es-419" sz="1000">
                          <a:solidFill>
                            <a:srgbClr val="444444"/>
                          </a:solidFill>
                          <a:highlight>
                            <a:srgbClr val="F0F0F0"/>
                          </a:highlight>
                          <a:latin typeface="Roboto Mono"/>
                          <a:ea typeface="Roboto Mono"/>
                          <a:cs typeface="Roboto Mono"/>
                          <a:sym typeface="Roboto Mono"/>
                        </a:rPr>
                        <a:t> math </a:t>
                      </a:r>
                      <a:r>
                        <a:rPr b="1" lang="es-419" sz="1000">
                          <a:solidFill>
                            <a:srgbClr val="444444"/>
                          </a:solidFill>
                          <a:highlight>
                            <a:srgbClr val="F0F0F0"/>
                          </a:highlight>
                          <a:latin typeface="Roboto Mono"/>
                          <a:ea typeface="Roboto Mono"/>
                          <a:cs typeface="Roboto Mono"/>
                          <a:sym typeface="Roboto Mono"/>
                        </a:rPr>
                        <a:t>import</a:t>
                      </a:r>
                      <a:r>
                        <a:rPr lang="es-419" sz="1000">
                          <a:solidFill>
                            <a:srgbClr val="444444"/>
                          </a:solidFill>
                          <a:highlight>
                            <a:srgbClr val="F0F0F0"/>
                          </a:highlight>
                          <a:latin typeface="Roboto Mono"/>
                          <a:ea typeface="Roboto Mono"/>
                          <a:cs typeface="Roboto Mono"/>
                          <a:sym typeface="Roboto Mono"/>
                        </a:rPr>
                        <a:t> ceil </a:t>
                      </a:r>
                      <a:r>
                        <a:rPr lang="es-419" sz="1000">
                          <a:solidFill>
                            <a:srgbClr val="888888"/>
                          </a:solidFill>
                          <a:highlight>
                            <a:srgbClr val="F0F0F0"/>
                          </a:highlight>
                          <a:latin typeface="Roboto Mono"/>
                          <a:ea typeface="Roboto Mono"/>
                          <a:cs typeface="Roboto Mono"/>
                          <a:sym typeface="Roboto Mono"/>
                        </a:rPr>
                        <a:t># importa sólo la función ceil</a:t>
                      </a:r>
                      <a:endParaRPr sz="1000">
                        <a:solidFill>
                          <a:srgbClr val="888888"/>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000">
                          <a:solidFill>
                            <a:srgbClr val="444444"/>
                          </a:solidFill>
                          <a:highlight>
                            <a:srgbClr val="F0F0F0"/>
                          </a:highlight>
                          <a:latin typeface="Roboto Mono"/>
                          <a:ea typeface="Roboto Mono"/>
                          <a:cs typeface="Roboto Mono"/>
                          <a:sym typeface="Roboto Mono"/>
                        </a:rPr>
                        <a:t>ceil</a:t>
                      </a:r>
                      <a:r>
                        <a:rPr lang="es-419" sz="1000">
                          <a:solidFill>
                            <a:srgbClr val="444444"/>
                          </a:solidFill>
                          <a:highlight>
                            <a:srgbClr val="F0F0F0"/>
                          </a:highlight>
                          <a:latin typeface="Roboto Mono"/>
                          <a:ea typeface="Roboto Mono"/>
                          <a:cs typeface="Roboto Mono"/>
                          <a:sym typeface="Roboto Mono"/>
                        </a:rPr>
                        <a:t>(3.14) </a:t>
                      </a:r>
                      <a:r>
                        <a:rPr lang="es-419" sz="1000">
                          <a:solidFill>
                            <a:srgbClr val="888888"/>
                          </a:solidFill>
                          <a:highlight>
                            <a:srgbClr val="F0F0F0"/>
                          </a:highlight>
                          <a:latin typeface="Roboto Mono"/>
                          <a:ea typeface="Roboto Mono"/>
                          <a:cs typeface="Roboto Mono"/>
                          <a:sym typeface="Roboto Mono"/>
                        </a:rPr>
                        <a:t># ceil aproxima al entero superior</a:t>
                      </a:r>
                      <a:endParaRPr sz="1000">
                        <a:solidFill>
                          <a:srgbClr val="444444"/>
                        </a:solidFill>
                        <a:highlight>
                          <a:srgbClr val="F0F0F0"/>
                        </a:highlight>
                        <a:latin typeface="Roboto Mono"/>
                        <a:ea typeface="Roboto Mono"/>
                        <a:cs typeface="Roboto Mono"/>
                        <a:sym typeface="Roboto Mono"/>
                      </a:endParaRPr>
                    </a:p>
                  </a:txBody>
                  <a:tcPr marT="63500" marB="63500" marR="63500" marL="63500">
                    <a:solidFill>
                      <a:srgbClr val="F0F0F0"/>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4"/>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Importar una librería</a:t>
            </a:r>
            <a:endParaRPr/>
          </a:p>
        </p:txBody>
      </p:sp>
      <p:sp>
        <p:nvSpPr>
          <p:cNvPr id="206" name="Google Shape;206;p34"/>
          <p:cNvSpPr txBox="1"/>
          <p:nvPr>
            <p:ph idx="1" type="body"/>
          </p:nvPr>
        </p:nvSpPr>
        <p:spPr>
          <a:xfrm>
            <a:off x="355000" y="1433725"/>
            <a:ext cx="8485800" cy="141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Puede ser incómodo importar librerías y utilizar sus funciones como</a:t>
            </a:r>
            <a:r>
              <a:rPr lang="es-419"/>
              <a:t> libreria.metodo(), ya que el nombre de la librerìa podría ser complicado o largo. Para ello es posible importar las librerías con un alias, que nos permitirà utilizarlas más fàcilmente. </a:t>
            </a:r>
            <a:endParaRPr/>
          </a:p>
          <a:p>
            <a:pPr indent="0" lvl="0" marL="0" rtl="0" algn="l">
              <a:spcBef>
                <a:spcPts val="0"/>
              </a:spcBef>
              <a:spcAft>
                <a:spcPts val="0"/>
              </a:spcAft>
              <a:buNone/>
            </a:pPr>
            <a:r>
              <a:t/>
            </a:r>
            <a:endParaRPr/>
          </a:p>
        </p:txBody>
      </p:sp>
      <p:sp>
        <p:nvSpPr>
          <p:cNvPr id="207" name="Google Shape;207;p34"/>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Nombres convencionales</a:t>
            </a:r>
            <a:endParaRPr/>
          </a:p>
        </p:txBody>
      </p:sp>
      <p:graphicFrame>
        <p:nvGraphicFramePr>
          <p:cNvPr id="208" name="Google Shape;208;p34"/>
          <p:cNvGraphicFramePr/>
          <p:nvPr/>
        </p:nvGraphicFramePr>
        <p:xfrm>
          <a:off x="439175" y="2545000"/>
          <a:ext cx="3000000" cy="3000000"/>
        </p:xfrm>
        <a:graphic>
          <a:graphicData uri="http://schemas.openxmlformats.org/drawingml/2006/table">
            <a:tbl>
              <a:tblPr>
                <a:noFill/>
                <a:tableStyleId>{936FDE80-5B39-49F7-90EE-5E78116612E9}</a:tableStyleId>
              </a:tblPr>
              <a:tblGrid>
                <a:gridCol w="8215000"/>
              </a:tblGrid>
              <a:tr h="12700">
                <a:tc>
                  <a:txBody>
                    <a:bodyPr/>
                    <a:lstStyle/>
                    <a:p>
                      <a:pPr indent="0" lvl="0" marL="0" rtl="0" algn="l">
                        <a:lnSpc>
                          <a:spcPct val="115000"/>
                        </a:lnSpc>
                        <a:spcBef>
                          <a:spcPts val="0"/>
                        </a:spcBef>
                        <a:spcAft>
                          <a:spcPts val="0"/>
                        </a:spcAft>
                        <a:buNone/>
                      </a:pPr>
                      <a:r>
                        <a:rPr b="1" lang="es-419" sz="1300">
                          <a:solidFill>
                            <a:srgbClr val="444444"/>
                          </a:solidFill>
                          <a:highlight>
                            <a:srgbClr val="F0F0F0"/>
                          </a:highlight>
                          <a:latin typeface="Roboto Mono"/>
                          <a:ea typeface="Roboto Mono"/>
                          <a:cs typeface="Roboto Mono"/>
                          <a:sym typeface="Roboto Mono"/>
                        </a:rPr>
                        <a:t>import</a:t>
                      </a:r>
                      <a:r>
                        <a:rPr lang="es-419" sz="1300">
                          <a:solidFill>
                            <a:srgbClr val="444444"/>
                          </a:solidFill>
                          <a:highlight>
                            <a:srgbClr val="F0F0F0"/>
                          </a:highlight>
                          <a:latin typeface="Roboto Mono"/>
                          <a:ea typeface="Roboto Mono"/>
                          <a:cs typeface="Roboto Mono"/>
                          <a:sym typeface="Roboto Mono"/>
                        </a:rPr>
                        <a:t> pandas </a:t>
                      </a:r>
                      <a:r>
                        <a:rPr b="1" lang="es-419" sz="1300">
                          <a:solidFill>
                            <a:srgbClr val="444444"/>
                          </a:solidFill>
                          <a:highlight>
                            <a:srgbClr val="F0F0F0"/>
                          </a:highlight>
                          <a:latin typeface="Roboto Mono"/>
                          <a:ea typeface="Roboto Mono"/>
                          <a:cs typeface="Roboto Mono"/>
                          <a:sym typeface="Roboto Mono"/>
                        </a:rPr>
                        <a:t>as </a:t>
                      </a:r>
                      <a:r>
                        <a:rPr lang="es-419" sz="1300">
                          <a:solidFill>
                            <a:srgbClr val="444444"/>
                          </a:solidFill>
                          <a:highlight>
                            <a:srgbClr val="F0F0F0"/>
                          </a:highlight>
                          <a:latin typeface="Roboto Mono"/>
                          <a:ea typeface="Roboto Mono"/>
                          <a:cs typeface="Roboto Mono"/>
                          <a:sym typeface="Roboto Mono"/>
                        </a:rPr>
                        <a:t>pd</a:t>
                      </a:r>
                      <a:endParaRPr sz="13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300">
                          <a:solidFill>
                            <a:srgbClr val="444444"/>
                          </a:solidFill>
                          <a:highlight>
                            <a:srgbClr val="F0F0F0"/>
                          </a:highlight>
                          <a:latin typeface="Roboto Mono"/>
                          <a:ea typeface="Roboto Mono"/>
                          <a:cs typeface="Roboto Mono"/>
                          <a:sym typeface="Roboto Mono"/>
                        </a:rPr>
                        <a:t>import</a:t>
                      </a:r>
                      <a:r>
                        <a:rPr lang="es-419" sz="1300">
                          <a:solidFill>
                            <a:srgbClr val="444444"/>
                          </a:solidFill>
                          <a:highlight>
                            <a:srgbClr val="F0F0F0"/>
                          </a:highlight>
                          <a:latin typeface="Roboto Mono"/>
                          <a:ea typeface="Roboto Mono"/>
                          <a:cs typeface="Roboto Mono"/>
                          <a:sym typeface="Roboto Mono"/>
                        </a:rPr>
                        <a:t> pandas </a:t>
                      </a:r>
                      <a:r>
                        <a:rPr b="1" lang="es-419" sz="1300">
                          <a:solidFill>
                            <a:srgbClr val="444444"/>
                          </a:solidFill>
                          <a:highlight>
                            <a:srgbClr val="F0F0F0"/>
                          </a:highlight>
                          <a:latin typeface="Roboto Mono"/>
                          <a:ea typeface="Roboto Mono"/>
                          <a:cs typeface="Roboto Mono"/>
                          <a:sym typeface="Roboto Mono"/>
                        </a:rPr>
                        <a:t>as </a:t>
                      </a:r>
                      <a:r>
                        <a:rPr lang="es-419" sz="1300">
                          <a:solidFill>
                            <a:srgbClr val="444444"/>
                          </a:solidFill>
                          <a:highlight>
                            <a:srgbClr val="F0F0F0"/>
                          </a:highlight>
                          <a:latin typeface="Roboto Mono"/>
                          <a:ea typeface="Roboto Mono"/>
                          <a:cs typeface="Roboto Mono"/>
                          <a:sym typeface="Roboto Mono"/>
                        </a:rPr>
                        <a:t>pd</a:t>
                      </a:r>
                      <a:endParaRPr sz="13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b="1" lang="es-419" sz="1300">
                          <a:solidFill>
                            <a:srgbClr val="444444"/>
                          </a:solidFill>
                          <a:highlight>
                            <a:srgbClr val="F0F0F0"/>
                          </a:highlight>
                          <a:latin typeface="Roboto Mono"/>
                          <a:ea typeface="Roboto Mono"/>
                          <a:cs typeface="Roboto Mono"/>
                          <a:sym typeface="Roboto Mono"/>
                        </a:rPr>
                        <a:t>import</a:t>
                      </a:r>
                      <a:r>
                        <a:rPr lang="es-419" sz="1300">
                          <a:solidFill>
                            <a:srgbClr val="444444"/>
                          </a:solidFill>
                          <a:highlight>
                            <a:srgbClr val="F0F0F0"/>
                          </a:highlight>
                          <a:latin typeface="Roboto Mono"/>
                          <a:ea typeface="Roboto Mono"/>
                          <a:cs typeface="Roboto Mono"/>
                          <a:sym typeface="Roboto Mono"/>
                        </a:rPr>
                        <a:t> pandas </a:t>
                      </a:r>
                      <a:r>
                        <a:rPr b="1" lang="es-419" sz="1300">
                          <a:solidFill>
                            <a:srgbClr val="444444"/>
                          </a:solidFill>
                          <a:highlight>
                            <a:srgbClr val="F0F0F0"/>
                          </a:highlight>
                          <a:latin typeface="Roboto Mono"/>
                          <a:ea typeface="Roboto Mono"/>
                          <a:cs typeface="Roboto Mono"/>
                          <a:sym typeface="Roboto Mono"/>
                        </a:rPr>
                        <a:t>as </a:t>
                      </a:r>
                      <a:r>
                        <a:rPr lang="es-419" sz="1300">
                          <a:solidFill>
                            <a:srgbClr val="444444"/>
                          </a:solidFill>
                          <a:highlight>
                            <a:srgbClr val="F0F0F0"/>
                          </a:highlight>
                          <a:latin typeface="Roboto Mono"/>
                          <a:ea typeface="Roboto Mono"/>
                          <a:cs typeface="Roboto Mono"/>
                          <a:sym typeface="Roboto Mono"/>
                        </a:rPr>
                        <a:t>pd</a:t>
                      </a:r>
                      <a:endParaRPr sz="1300">
                        <a:solidFill>
                          <a:srgbClr val="444444"/>
                        </a:solidFill>
                        <a:highlight>
                          <a:srgbClr val="F0F0F0"/>
                        </a:highlight>
                        <a:latin typeface="Roboto Mono"/>
                        <a:ea typeface="Roboto Mono"/>
                        <a:cs typeface="Roboto Mono"/>
                        <a:sym typeface="Roboto Mono"/>
                      </a:endParaRPr>
                    </a:p>
                  </a:txBody>
                  <a:tcPr marT="63500" marB="63500" marR="63500" marL="63500">
                    <a:solidFill>
                      <a:srgbClr val="F0F0F0"/>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Instalar librerías</a:t>
            </a:r>
            <a:endParaRPr/>
          </a:p>
        </p:txBody>
      </p:sp>
      <p:sp>
        <p:nvSpPr>
          <p:cNvPr id="214" name="Google Shape;214;p35"/>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419"/>
              <a:t>Una de las ventajas de utilizar Anaconda, es que ya trae pre instaladas muchas de las librerías más famosas en Python, aún así, es sumamente importante entender cómo instalar librerías adicionales. Para ello, se tendrá que utilizar Anaconda Prompt, si se está en Windows, o la Terminal si se utiliza Mac o Linux.</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419"/>
              <a:t>Digamos que queremos instalar la librería </a:t>
            </a:r>
            <a:r>
              <a:rPr b="1" lang="es-419"/>
              <a:t>pandas</a:t>
            </a:r>
            <a:r>
              <a:rPr lang="es-419"/>
              <a:t>, aquí, lo mejor es acudir a su</a:t>
            </a:r>
            <a:r>
              <a:rPr lang="es-419" u="sng">
                <a:solidFill>
                  <a:schemeClr val="hlink"/>
                </a:solidFill>
                <a:hlinkClick r:id="rId3"/>
              </a:rPr>
              <a:t> documentación oficial</a:t>
            </a:r>
            <a:r>
              <a:rPr lang="es-419"/>
              <a:t>, </a:t>
            </a:r>
            <a:r>
              <a:rPr lang="es-419"/>
              <a:t>está</a:t>
            </a:r>
            <a:r>
              <a:rPr lang="es-419"/>
              <a:t> indicará la manera más apropiada de instalarla, en este caso, mediante ‘</a:t>
            </a:r>
            <a:r>
              <a:rPr b="1" lang="es-419"/>
              <a:t>pip</a:t>
            </a:r>
            <a:r>
              <a:rPr lang="es-419"/>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15" name="Google Shape;215;p35"/>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216" name="Google Shape;216;p35"/>
          <p:cNvPicPr preferRelativeResize="0"/>
          <p:nvPr/>
        </p:nvPicPr>
        <p:blipFill>
          <a:blip r:embed="rId4">
            <a:alphaModFix/>
          </a:blip>
          <a:stretch>
            <a:fillRect/>
          </a:stretch>
        </p:blipFill>
        <p:spPr>
          <a:xfrm>
            <a:off x="2211625" y="3773925"/>
            <a:ext cx="4694650" cy="1060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6"/>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Instalar librerías</a:t>
            </a:r>
            <a:endParaRPr/>
          </a:p>
        </p:txBody>
      </p:sp>
      <p:sp>
        <p:nvSpPr>
          <p:cNvPr id="222" name="Google Shape;222;p36"/>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s-419"/>
              <a:t>E</a:t>
            </a:r>
            <a:r>
              <a:rPr lang="es-419"/>
              <a:t>s el instalador por defecto de PyPI, el cual es uno de los repositorios de librerías con los que cuenta Python. Mediante </a:t>
            </a:r>
            <a:r>
              <a:rPr b="1" lang="es-419"/>
              <a:t>pip install</a:t>
            </a:r>
            <a:r>
              <a:rPr lang="es-419"/>
              <a:t> es posible entonces instalar cualquier librería que resida en este repositorio.</a:t>
            </a:r>
            <a:endParaRPr/>
          </a:p>
          <a:p>
            <a:pPr indent="-330200" lvl="0" marL="457200" rtl="0" algn="l">
              <a:spcBef>
                <a:spcPts val="0"/>
              </a:spcBef>
              <a:spcAft>
                <a:spcPts val="0"/>
              </a:spcAft>
              <a:buSzPts val="1600"/>
              <a:buChar char="●"/>
            </a:pPr>
            <a:r>
              <a:rPr lang="es-419"/>
              <a:t>Pero también conda tiene su propio repositorio, y hay algunas librerías que prefieren este repositorio como por ejemplo Pytorch:</a:t>
            </a:r>
            <a:endParaRPr/>
          </a:p>
        </p:txBody>
      </p:sp>
      <p:sp>
        <p:nvSpPr>
          <p:cNvPr id="223" name="Google Shape;223;p36"/>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pip</a:t>
            </a:r>
            <a:endParaRPr/>
          </a:p>
        </p:txBody>
      </p:sp>
      <p:pic>
        <p:nvPicPr>
          <p:cNvPr id="224" name="Google Shape;224;p36"/>
          <p:cNvPicPr preferRelativeResize="0"/>
          <p:nvPr/>
        </p:nvPicPr>
        <p:blipFill>
          <a:blip r:embed="rId3">
            <a:alphaModFix/>
          </a:blip>
          <a:stretch>
            <a:fillRect/>
          </a:stretch>
        </p:blipFill>
        <p:spPr>
          <a:xfrm>
            <a:off x="2408113" y="2968075"/>
            <a:ext cx="4301675" cy="20793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7"/>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Instalar librerías</a:t>
            </a:r>
            <a:endParaRPr/>
          </a:p>
        </p:txBody>
      </p:sp>
      <p:sp>
        <p:nvSpPr>
          <p:cNvPr id="230" name="Google Shape;230;p37"/>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Para el caso de conda, el comando escogido es </a:t>
            </a:r>
            <a:r>
              <a:rPr b="1" lang="es-419"/>
              <a:t>conda install</a:t>
            </a:r>
            <a:r>
              <a:rPr lang="es-419"/>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ctr">
              <a:spcBef>
                <a:spcPts val="0"/>
              </a:spcBef>
              <a:spcAft>
                <a:spcPts val="0"/>
              </a:spcAft>
              <a:buNone/>
            </a:pPr>
            <a:r>
              <a:rPr i="1" lang="es-419" sz="1400"/>
              <a:t>Una de las ventajas de pip es que normalmente es el método que disponibiliza las actualizaciones con mayor rapidez, en cambio Conda tiende a demorar un poco más. La buena noticia es que las últimas versiones de Anaconda son compatibles con ambos métodos, por lo tanto, lo mejor es revisar la documentación de cada librería y ver cuál es su método preferido, porque sin importar cuál sea, </a:t>
            </a:r>
            <a:endParaRPr i="1" sz="1400"/>
          </a:p>
          <a:p>
            <a:pPr indent="0" lvl="0" marL="0" rtl="0" algn="ctr">
              <a:spcBef>
                <a:spcPts val="0"/>
              </a:spcBef>
              <a:spcAft>
                <a:spcPts val="0"/>
              </a:spcAft>
              <a:buNone/>
            </a:pPr>
            <a:r>
              <a:rPr i="1" lang="es-419" sz="1400"/>
              <a:t>éste será compatible con Anaconda.</a:t>
            </a:r>
            <a:endParaRPr i="1" sz="1400"/>
          </a:p>
        </p:txBody>
      </p:sp>
      <p:sp>
        <p:nvSpPr>
          <p:cNvPr id="231" name="Google Shape;231;p37"/>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pip</a:t>
            </a:r>
            <a:endParaRPr/>
          </a:p>
        </p:txBody>
      </p:sp>
      <p:pic>
        <p:nvPicPr>
          <p:cNvPr id="232" name="Google Shape;232;p37"/>
          <p:cNvPicPr preferRelativeResize="0"/>
          <p:nvPr/>
        </p:nvPicPr>
        <p:blipFill>
          <a:blip r:embed="rId3">
            <a:alphaModFix/>
          </a:blip>
          <a:stretch>
            <a:fillRect/>
          </a:stretch>
        </p:blipFill>
        <p:spPr>
          <a:xfrm>
            <a:off x="1051167" y="1872850"/>
            <a:ext cx="7041675" cy="514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8"/>
          <p:cNvSpPr txBox="1"/>
          <p:nvPr>
            <p:ph type="title"/>
          </p:nvPr>
        </p:nvSpPr>
        <p:spPr>
          <a:xfrm>
            <a:off x="275000" y="1204950"/>
            <a:ext cx="4929600" cy="2666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Ejercicio guiado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9"/>
          <p:cNvSpPr txBox="1"/>
          <p:nvPr>
            <p:ph type="title"/>
          </p:nvPr>
        </p:nvSpPr>
        <p:spPr>
          <a:xfrm>
            <a:off x="277050" y="328825"/>
            <a:ext cx="81852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Contando calorías</a:t>
            </a:r>
            <a:endParaRPr/>
          </a:p>
        </p:txBody>
      </p:sp>
      <p:sp>
        <p:nvSpPr>
          <p:cNvPr id="243" name="Google Shape;243;p39"/>
          <p:cNvSpPr txBox="1"/>
          <p:nvPr>
            <p:ph idx="1" type="body"/>
          </p:nvPr>
        </p:nvSpPr>
        <p:spPr>
          <a:xfrm>
            <a:off x="351550" y="1433725"/>
            <a:ext cx="77637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Algunos alimentos también consideran un grado alcohólico, donde cada grado alcohólico aporta 7 calorías.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Modifica el programa de manera tal que se pueda ingresar el grado alcohólico de un alimento y se entregue el número de calorías que este posee.</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Para esto, descarguemos el archivo "</a:t>
            </a:r>
            <a:r>
              <a:rPr b="1" i="1" lang="es-419"/>
              <a:t>Ejecución guiada - Contando calorías.zip</a:t>
            </a:r>
            <a:r>
              <a:rPr lang="es-419"/>
              <a:t>"</a:t>
            </a:r>
            <a:endParaRPr/>
          </a:p>
        </p:txBody>
      </p:sp>
      <p:sp>
        <p:nvSpPr>
          <p:cNvPr id="244" name="Google Shape;244;p39"/>
          <p:cNvSpPr txBox="1"/>
          <p:nvPr>
            <p:ph idx="2" type="title"/>
          </p:nvPr>
        </p:nvSpPr>
        <p:spPr>
          <a:xfrm>
            <a:off x="277050" y="709825"/>
            <a:ext cx="81852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0"/>
          <p:cNvSpPr txBox="1"/>
          <p:nvPr>
            <p:ph type="title"/>
          </p:nvPr>
        </p:nvSpPr>
        <p:spPr>
          <a:xfrm>
            <a:off x="277050" y="328825"/>
            <a:ext cx="81852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Contando calorías</a:t>
            </a:r>
            <a:endParaRPr/>
          </a:p>
        </p:txBody>
      </p:sp>
      <p:sp>
        <p:nvSpPr>
          <p:cNvPr id="250" name="Google Shape;250;p40"/>
          <p:cNvSpPr txBox="1"/>
          <p:nvPr>
            <p:ph idx="1" type="body"/>
          </p:nvPr>
        </p:nvSpPr>
        <p:spPr>
          <a:xfrm>
            <a:off x="351550" y="1433725"/>
            <a:ext cx="77637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u="sng"/>
              <a:t>Solicitar datos para el cálculo</a:t>
            </a:r>
            <a:endParaRPr b="1" u="sng"/>
          </a:p>
          <a:p>
            <a:pPr indent="0" lvl="0" marL="0" rtl="0" algn="l">
              <a:spcBef>
                <a:spcPts val="0"/>
              </a:spcBef>
              <a:spcAft>
                <a:spcPts val="0"/>
              </a:spcAft>
              <a:buNone/>
            </a:pPr>
            <a:r>
              <a:rPr lang="es-419"/>
              <a:t>Lo primero que debemos hacer siempre es ingresar en este caso los datos que nos permitirán llevar a cabo el cálculo. En este caso utilizaremos </a:t>
            </a:r>
            <a:r>
              <a:rPr b="1" lang="es-419"/>
              <a:t>input()</a:t>
            </a:r>
            <a:r>
              <a:rPr lang="es-419"/>
              <a:t> y dado que los datos pueden contener decimales, es importante transformarlos en el tipo de dato correcto, es decir, </a:t>
            </a:r>
            <a:r>
              <a:rPr b="1" lang="es-419"/>
              <a:t>float()</a:t>
            </a:r>
            <a:r>
              <a:rPr lang="es-419"/>
              <a:t>.</a:t>
            </a:r>
            <a:endParaRPr/>
          </a:p>
        </p:txBody>
      </p:sp>
      <p:sp>
        <p:nvSpPr>
          <p:cNvPr id="251" name="Google Shape;251;p40"/>
          <p:cNvSpPr txBox="1"/>
          <p:nvPr>
            <p:ph idx="2" type="title"/>
          </p:nvPr>
        </p:nvSpPr>
        <p:spPr>
          <a:xfrm>
            <a:off x="277050" y="709825"/>
            <a:ext cx="81852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Solución - Paso 1</a:t>
            </a:r>
            <a:endParaRPr/>
          </a:p>
        </p:txBody>
      </p:sp>
      <p:graphicFrame>
        <p:nvGraphicFramePr>
          <p:cNvPr id="252" name="Google Shape;252;p40"/>
          <p:cNvGraphicFramePr/>
          <p:nvPr/>
        </p:nvGraphicFramePr>
        <p:xfrm>
          <a:off x="1402875" y="3176775"/>
          <a:ext cx="3000000" cy="3000000"/>
        </p:xfrm>
        <a:graphic>
          <a:graphicData uri="http://schemas.openxmlformats.org/drawingml/2006/table">
            <a:tbl>
              <a:tblPr>
                <a:noFill/>
                <a:tableStyleId>{936FDE80-5B39-49F7-90EE-5E78116612E9}</a:tableStyleId>
              </a:tblPr>
              <a:tblGrid>
                <a:gridCol w="5661050"/>
              </a:tblGrid>
              <a:tr h="12700">
                <a:tc>
                  <a:txBody>
                    <a:bodyPr/>
                    <a:lstStyle/>
                    <a:p>
                      <a:pPr indent="0" lvl="0" marL="0" rtl="0" algn="l">
                        <a:lnSpc>
                          <a:spcPct val="115000"/>
                        </a:lnSpc>
                        <a:spcBef>
                          <a:spcPts val="0"/>
                        </a:spcBef>
                        <a:spcAft>
                          <a:spcPts val="0"/>
                        </a:spcAft>
                        <a:buNone/>
                      </a:pPr>
                      <a:r>
                        <a:rPr lang="es-419" sz="1200">
                          <a:solidFill>
                            <a:srgbClr val="444444"/>
                          </a:solidFill>
                          <a:highlight>
                            <a:srgbClr val="F0F0F0"/>
                          </a:highlight>
                          <a:latin typeface="Roboto Mono"/>
                          <a:ea typeface="Roboto Mono"/>
                          <a:cs typeface="Roboto Mono"/>
                          <a:sym typeface="Roboto Mono"/>
                        </a:rPr>
                        <a:t>proteina = </a:t>
                      </a:r>
                      <a:r>
                        <a:rPr b="1" lang="es-419" sz="1200">
                          <a:solidFill>
                            <a:srgbClr val="444444"/>
                          </a:solidFill>
                          <a:highlight>
                            <a:srgbClr val="F0F0F0"/>
                          </a:highlight>
                          <a:latin typeface="Roboto Mono"/>
                          <a:ea typeface="Roboto Mono"/>
                          <a:cs typeface="Roboto Mono"/>
                          <a:sym typeface="Roboto Mono"/>
                        </a:rPr>
                        <a:t>float</a:t>
                      </a:r>
                      <a:r>
                        <a:rPr lang="es-419" sz="1200">
                          <a:solidFill>
                            <a:srgbClr val="444444"/>
                          </a:solidFill>
                          <a:highlight>
                            <a:srgbClr val="F0F0F0"/>
                          </a:highlight>
                          <a:latin typeface="Roboto Mono"/>
                          <a:ea typeface="Roboto Mono"/>
                          <a:cs typeface="Roboto Mono"/>
                          <a:sym typeface="Roboto Mono"/>
                        </a:rPr>
                        <a:t>(</a:t>
                      </a:r>
                      <a:r>
                        <a:rPr b="1" lang="es-419" sz="1200">
                          <a:solidFill>
                            <a:srgbClr val="444444"/>
                          </a:solidFill>
                          <a:highlight>
                            <a:srgbClr val="F0F0F0"/>
                          </a:highlight>
                          <a:latin typeface="Roboto Mono"/>
                          <a:ea typeface="Roboto Mono"/>
                          <a:cs typeface="Roboto Mono"/>
                          <a:sym typeface="Roboto Mono"/>
                        </a:rPr>
                        <a:t>input</a:t>
                      </a:r>
                      <a:r>
                        <a:rPr lang="es-419" sz="1200">
                          <a:solidFill>
                            <a:srgbClr val="444444"/>
                          </a:solidFill>
                          <a:highlight>
                            <a:srgbClr val="F0F0F0"/>
                          </a:highlight>
                          <a:latin typeface="Roboto Mono"/>
                          <a:ea typeface="Roboto Mono"/>
                          <a:cs typeface="Roboto Mono"/>
                          <a:sym typeface="Roboto Mono"/>
                        </a:rPr>
                        <a:t>(</a:t>
                      </a:r>
                      <a:r>
                        <a:rPr lang="es-419" sz="1200">
                          <a:solidFill>
                            <a:srgbClr val="A61C00"/>
                          </a:solidFill>
                          <a:highlight>
                            <a:srgbClr val="F0F0F0"/>
                          </a:highlight>
                          <a:latin typeface="Roboto Mono"/>
                          <a:ea typeface="Roboto Mono"/>
                          <a:cs typeface="Roboto Mono"/>
                          <a:sym typeface="Roboto Mono"/>
                        </a:rPr>
                        <a:t>"Ingrese los gr de proteina:\n&gt;"</a:t>
                      </a:r>
                      <a:r>
                        <a:rPr lang="es-419" sz="1200">
                          <a:solidFill>
                            <a:srgbClr val="444444"/>
                          </a:solidFill>
                          <a:highlight>
                            <a:srgbClr val="F0F0F0"/>
                          </a:highlight>
                          <a:latin typeface="Roboto Mono"/>
                          <a:ea typeface="Roboto Mono"/>
                          <a:cs typeface="Roboto Mono"/>
                          <a:sym typeface="Roboto Mono"/>
                        </a:rPr>
                        <a:t>))</a:t>
                      </a:r>
                      <a:endParaRPr sz="12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lang="es-419" sz="1200">
                          <a:solidFill>
                            <a:srgbClr val="444444"/>
                          </a:solidFill>
                          <a:highlight>
                            <a:srgbClr val="F0F0F0"/>
                          </a:highlight>
                          <a:latin typeface="Roboto Mono"/>
                          <a:ea typeface="Roboto Mono"/>
                          <a:cs typeface="Roboto Mono"/>
                          <a:sym typeface="Roboto Mono"/>
                        </a:rPr>
                        <a:t>carbo = </a:t>
                      </a:r>
                      <a:r>
                        <a:rPr b="1" lang="es-419" sz="1200">
                          <a:solidFill>
                            <a:srgbClr val="444444"/>
                          </a:solidFill>
                          <a:highlight>
                            <a:srgbClr val="F0F0F0"/>
                          </a:highlight>
                          <a:latin typeface="Roboto Mono"/>
                          <a:ea typeface="Roboto Mono"/>
                          <a:cs typeface="Roboto Mono"/>
                          <a:sym typeface="Roboto Mono"/>
                        </a:rPr>
                        <a:t>float</a:t>
                      </a:r>
                      <a:r>
                        <a:rPr lang="es-419" sz="1200">
                          <a:solidFill>
                            <a:srgbClr val="444444"/>
                          </a:solidFill>
                          <a:highlight>
                            <a:srgbClr val="F0F0F0"/>
                          </a:highlight>
                          <a:latin typeface="Roboto Mono"/>
                          <a:ea typeface="Roboto Mono"/>
                          <a:cs typeface="Roboto Mono"/>
                          <a:sym typeface="Roboto Mono"/>
                        </a:rPr>
                        <a:t>(</a:t>
                      </a:r>
                      <a:r>
                        <a:rPr b="1" lang="es-419" sz="1200">
                          <a:solidFill>
                            <a:srgbClr val="444444"/>
                          </a:solidFill>
                          <a:highlight>
                            <a:srgbClr val="F0F0F0"/>
                          </a:highlight>
                          <a:latin typeface="Roboto Mono"/>
                          <a:ea typeface="Roboto Mono"/>
                          <a:cs typeface="Roboto Mono"/>
                          <a:sym typeface="Roboto Mono"/>
                        </a:rPr>
                        <a:t>input</a:t>
                      </a:r>
                      <a:r>
                        <a:rPr lang="es-419" sz="1200">
                          <a:solidFill>
                            <a:srgbClr val="444444"/>
                          </a:solidFill>
                          <a:highlight>
                            <a:srgbClr val="F0F0F0"/>
                          </a:highlight>
                          <a:latin typeface="Roboto Mono"/>
                          <a:ea typeface="Roboto Mono"/>
                          <a:cs typeface="Roboto Mono"/>
                          <a:sym typeface="Roboto Mono"/>
                        </a:rPr>
                        <a:t>(</a:t>
                      </a:r>
                      <a:r>
                        <a:rPr lang="es-419" sz="1200">
                          <a:solidFill>
                            <a:srgbClr val="A61C00"/>
                          </a:solidFill>
                          <a:highlight>
                            <a:srgbClr val="F0F0F0"/>
                          </a:highlight>
                          <a:latin typeface="Roboto Mono"/>
                          <a:ea typeface="Roboto Mono"/>
                          <a:cs typeface="Roboto Mono"/>
                          <a:sym typeface="Roboto Mono"/>
                        </a:rPr>
                        <a:t>"Ingrese el los de Carbohidrato:\n&gt;"</a:t>
                      </a:r>
                      <a:r>
                        <a:rPr lang="es-419" sz="1200">
                          <a:solidFill>
                            <a:srgbClr val="444444"/>
                          </a:solidFill>
                          <a:highlight>
                            <a:srgbClr val="F0F0F0"/>
                          </a:highlight>
                          <a:latin typeface="Roboto Mono"/>
                          <a:ea typeface="Roboto Mono"/>
                          <a:cs typeface="Roboto Mono"/>
                          <a:sym typeface="Roboto Mono"/>
                        </a:rPr>
                        <a:t>))</a:t>
                      </a:r>
                      <a:endParaRPr sz="12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lang="es-419" sz="1200">
                          <a:solidFill>
                            <a:srgbClr val="444444"/>
                          </a:solidFill>
                          <a:highlight>
                            <a:srgbClr val="F0F0F0"/>
                          </a:highlight>
                          <a:latin typeface="Roboto Mono"/>
                          <a:ea typeface="Roboto Mono"/>
                          <a:cs typeface="Roboto Mono"/>
                          <a:sym typeface="Roboto Mono"/>
                        </a:rPr>
                        <a:t>grasa = </a:t>
                      </a:r>
                      <a:r>
                        <a:rPr b="1" lang="es-419" sz="1200">
                          <a:solidFill>
                            <a:srgbClr val="444444"/>
                          </a:solidFill>
                          <a:highlight>
                            <a:srgbClr val="F0F0F0"/>
                          </a:highlight>
                          <a:latin typeface="Roboto Mono"/>
                          <a:ea typeface="Roboto Mono"/>
                          <a:cs typeface="Roboto Mono"/>
                          <a:sym typeface="Roboto Mono"/>
                        </a:rPr>
                        <a:t>float</a:t>
                      </a:r>
                      <a:r>
                        <a:rPr lang="es-419" sz="1200">
                          <a:solidFill>
                            <a:srgbClr val="444444"/>
                          </a:solidFill>
                          <a:highlight>
                            <a:srgbClr val="F0F0F0"/>
                          </a:highlight>
                          <a:latin typeface="Roboto Mono"/>
                          <a:ea typeface="Roboto Mono"/>
                          <a:cs typeface="Roboto Mono"/>
                          <a:sym typeface="Roboto Mono"/>
                        </a:rPr>
                        <a:t>(</a:t>
                      </a:r>
                      <a:r>
                        <a:rPr b="1" lang="es-419" sz="1200">
                          <a:solidFill>
                            <a:srgbClr val="444444"/>
                          </a:solidFill>
                          <a:highlight>
                            <a:srgbClr val="F0F0F0"/>
                          </a:highlight>
                          <a:latin typeface="Roboto Mono"/>
                          <a:ea typeface="Roboto Mono"/>
                          <a:cs typeface="Roboto Mono"/>
                          <a:sym typeface="Roboto Mono"/>
                        </a:rPr>
                        <a:t>input</a:t>
                      </a:r>
                      <a:r>
                        <a:rPr lang="es-419" sz="1200">
                          <a:solidFill>
                            <a:srgbClr val="444444"/>
                          </a:solidFill>
                          <a:highlight>
                            <a:srgbClr val="F0F0F0"/>
                          </a:highlight>
                          <a:latin typeface="Roboto Mono"/>
                          <a:ea typeface="Roboto Mono"/>
                          <a:cs typeface="Roboto Mono"/>
                          <a:sym typeface="Roboto Mono"/>
                        </a:rPr>
                        <a:t>(</a:t>
                      </a:r>
                      <a:r>
                        <a:rPr lang="es-419" sz="1200">
                          <a:solidFill>
                            <a:srgbClr val="A61C00"/>
                          </a:solidFill>
                          <a:highlight>
                            <a:srgbClr val="F0F0F0"/>
                          </a:highlight>
                          <a:latin typeface="Roboto Mono"/>
                          <a:ea typeface="Roboto Mono"/>
                          <a:cs typeface="Roboto Mono"/>
                          <a:sym typeface="Roboto Mono"/>
                        </a:rPr>
                        <a:t>"Ingrese el los de Grasa:\n&gt;"</a:t>
                      </a:r>
                      <a:r>
                        <a:rPr lang="es-419" sz="1200">
                          <a:solidFill>
                            <a:srgbClr val="444444"/>
                          </a:solidFill>
                          <a:highlight>
                            <a:srgbClr val="F0F0F0"/>
                          </a:highlight>
                          <a:latin typeface="Roboto Mono"/>
                          <a:ea typeface="Roboto Mono"/>
                          <a:cs typeface="Roboto Mono"/>
                          <a:sym typeface="Roboto Mono"/>
                        </a:rPr>
                        <a:t>))</a:t>
                      </a:r>
                      <a:endParaRPr sz="1200">
                        <a:solidFill>
                          <a:srgbClr val="444444"/>
                        </a:solidFill>
                        <a:highlight>
                          <a:srgbClr val="F0F0F0"/>
                        </a:highlight>
                        <a:latin typeface="Roboto Mono"/>
                        <a:ea typeface="Roboto Mono"/>
                        <a:cs typeface="Roboto Mono"/>
                        <a:sym typeface="Roboto Mono"/>
                      </a:endParaRPr>
                    </a:p>
                  </a:txBody>
                  <a:tcPr marT="63500" marB="63500" marR="63500" marL="63500">
                    <a:solidFill>
                      <a:srgbClr val="F0F0F0"/>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1"/>
          <p:cNvSpPr txBox="1"/>
          <p:nvPr>
            <p:ph type="title"/>
          </p:nvPr>
        </p:nvSpPr>
        <p:spPr>
          <a:xfrm>
            <a:off x="277050" y="328825"/>
            <a:ext cx="81852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Contando calorías</a:t>
            </a:r>
            <a:endParaRPr/>
          </a:p>
        </p:txBody>
      </p:sp>
      <p:sp>
        <p:nvSpPr>
          <p:cNvPr id="258" name="Google Shape;258;p41"/>
          <p:cNvSpPr txBox="1"/>
          <p:nvPr>
            <p:ph idx="1" type="body"/>
          </p:nvPr>
        </p:nvSpPr>
        <p:spPr>
          <a:xfrm>
            <a:off x="351550" y="1433725"/>
            <a:ext cx="77637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u="sng"/>
              <a:t>Calcular la fórmula de calorías</a:t>
            </a:r>
            <a:endParaRPr b="1" u="sng"/>
          </a:p>
          <a:p>
            <a:pPr indent="0" lvl="0" marL="0" rtl="0" algn="l">
              <a:spcBef>
                <a:spcPts val="0"/>
              </a:spcBef>
              <a:spcAft>
                <a:spcPts val="0"/>
              </a:spcAft>
              <a:buNone/>
            </a:pPr>
            <a:r>
              <a:rPr lang="es-419"/>
              <a:t>Para esta etapa basta con entender los datos. Se entregan 4 calorías por cada proteína y carbohidrato, además de 9 calorías por grasas, y eso se puede expresar de esta manera:</a:t>
            </a:r>
            <a:endParaRPr/>
          </a:p>
        </p:txBody>
      </p:sp>
      <p:sp>
        <p:nvSpPr>
          <p:cNvPr id="259" name="Google Shape;259;p41"/>
          <p:cNvSpPr txBox="1"/>
          <p:nvPr>
            <p:ph idx="2" type="title"/>
          </p:nvPr>
        </p:nvSpPr>
        <p:spPr>
          <a:xfrm>
            <a:off x="277050" y="709825"/>
            <a:ext cx="81852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Solución - Paso 2</a:t>
            </a:r>
            <a:endParaRPr/>
          </a:p>
        </p:txBody>
      </p:sp>
      <p:graphicFrame>
        <p:nvGraphicFramePr>
          <p:cNvPr id="260" name="Google Shape;260;p41"/>
          <p:cNvGraphicFramePr/>
          <p:nvPr/>
        </p:nvGraphicFramePr>
        <p:xfrm>
          <a:off x="1402875" y="2948175"/>
          <a:ext cx="3000000" cy="3000000"/>
        </p:xfrm>
        <a:graphic>
          <a:graphicData uri="http://schemas.openxmlformats.org/drawingml/2006/table">
            <a:tbl>
              <a:tblPr>
                <a:noFill/>
                <a:tableStyleId>{936FDE80-5B39-49F7-90EE-5E78116612E9}</a:tableStyleId>
              </a:tblPr>
              <a:tblGrid>
                <a:gridCol w="5661050"/>
              </a:tblGrid>
              <a:tr h="12700">
                <a:tc>
                  <a:txBody>
                    <a:bodyPr/>
                    <a:lstStyle/>
                    <a:p>
                      <a:pPr indent="0" lvl="0" marL="0" rtl="0" algn="l">
                        <a:lnSpc>
                          <a:spcPct val="115000"/>
                        </a:lnSpc>
                        <a:spcBef>
                          <a:spcPts val="0"/>
                        </a:spcBef>
                        <a:spcAft>
                          <a:spcPts val="0"/>
                        </a:spcAft>
                        <a:buNone/>
                      </a:pPr>
                      <a:r>
                        <a:rPr lang="es-419" sz="1200">
                          <a:solidFill>
                            <a:srgbClr val="444444"/>
                          </a:solidFill>
                          <a:highlight>
                            <a:srgbClr val="F0F0F0"/>
                          </a:highlight>
                          <a:latin typeface="Roboto Mono"/>
                          <a:ea typeface="Roboto Mono"/>
                          <a:cs typeface="Roboto Mono"/>
                          <a:sym typeface="Roboto Mono"/>
                        </a:rPr>
                        <a:t>calorias = 4 * (proteina + carbo) + 9 * grasa</a:t>
                      </a:r>
                      <a:endParaRPr sz="1200">
                        <a:solidFill>
                          <a:srgbClr val="444444"/>
                        </a:solidFill>
                        <a:highlight>
                          <a:srgbClr val="F0F0F0"/>
                        </a:highlight>
                        <a:latin typeface="Roboto Mono"/>
                        <a:ea typeface="Roboto Mono"/>
                        <a:cs typeface="Roboto Mono"/>
                        <a:sym typeface="Roboto Mono"/>
                      </a:endParaRPr>
                    </a:p>
                  </a:txBody>
                  <a:tcPr marT="63500" marB="63500" marR="63500" marL="63500">
                    <a:solidFill>
                      <a:srgbClr val="F0F0F0"/>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2"/>
          <p:cNvSpPr txBox="1"/>
          <p:nvPr>
            <p:ph type="title"/>
          </p:nvPr>
        </p:nvSpPr>
        <p:spPr>
          <a:xfrm>
            <a:off x="277050" y="328825"/>
            <a:ext cx="81852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Contando calorías</a:t>
            </a:r>
            <a:endParaRPr/>
          </a:p>
        </p:txBody>
      </p:sp>
      <p:sp>
        <p:nvSpPr>
          <p:cNvPr id="266" name="Google Shape;266;p42"/>
          <p:cNvSpPr txBox="1"/>
          <p:nvPr>
            <p:ph idx="1" type="body"/>
          </p:nvPr>
        </p:nvSpPr>
        <p:spPr>
          <a:xfrm>
            <a:off x="351550" y="1433725"/>
            <a:ext cx="77637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u="sng"/>
              <a:t>Entregar el resultado en el formato correcto</a:t>
            </a:r>
            <a:endParaRPr b="1" u="sng"/>
          </a:p>
          <a:p>
            <a:pPr indent="0" lvl="0" marL="0" rtl="0" algn="l">
              <a:spcBef>
                <a:spcPts val="0"/>
              </a:spcBef>
              <a:spcAft>
                <a:spcPts val="0"/>
              </a:spcAft>
              <a:buNone/>
            </a:pPr>
            <a:r>
              <a:rPr lang="es-419"/>
              <a:t>Según lo que se indica las calorías totales deben redondearse al entero superior. Como vimos anteriormente podemos aplicar dicha operación con la librería </a:t>
            </a:r>
            <a:r>
              <a:rPr b="1" lang="es-419"/>
              <a:t>math</a:t>
            </a:r>
            <a:r>
              <a:rPr lang="es-419"/>
              <a:t> y la función </a:t>
            </a:r>
            <a:r>
              <a:rPr b="1" lang="es-419"/>
              <a:t>ceil</a:t>
            </a:r>
            <a:r>
              <a:rPr lang="es-419"/>
              <a:t>:</a:t>
            </a:r>
            <a:endParaRPr/>
          </a:p>
        </p:txBody>
      </p:sp>
      <p:sp>
        <p:nvSpPr>
          <p:cNvPr id="267" name="Google Shape;267;p42"/>
          <p:cNvSpPr txBox="1"/>
          <p:nvPr>
            <p:ph idx="2" type="title"/>
          </p:nvPr>
        </p:nvSpPr>
        <p:spPr>
          <a:xfrm>
            <a:off x="277050" y="709825"/>
            <a:ext cx="81852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Solución - Paso 3</a:t>
            </a:r>
            <a:endParaRPr/>
          </a:p>
        </p:txBody>
      </p:sp>
      <p:graphicFrame>
        <p:nvGraphicFramePr>
          <p:cNvPr id="268" name="Google Shape;268;p42"/>
          <p:cNvGraphicFramePr/>
          <p:nvPr/>
        </p:nvGraphicFramePr>
        <p:xfrm>
          <a:off x="555925" y="2948175"/>
          <a:ext cx="3000000" cy="3000000"/>
        </p:xfrm>
        <a:graphic>
          <a:graphicData uri="http://schemas.openxmlformats.org/drawingml/2006/table">
            <a:tbl>
              <a:tblPr>
                <a:noFill/>
                <a:tableStyleId>{936FDE80-5B39-49F7-90EE-5E78116612E9}</a:tableStyleId>
              </a:tblPr>
              <a:tblGrid>
                <a:gridCol w="7181150"/>
              </a:tblGrid>
              <a:tr h="12700">
                <a:tc>
                  <a:txBody>
                    <a:bodyPr/>
                    <a:lstStyle/>
                    <a:p>
                      <a:pPr indent="0" lvl="0" marL="0" rtl="0" algn="l">
                        <a:lnSpc>
                          <a:spcPct val="115000"/>
                        </a:lnSpc>
                        <a:spcBef>
                          <a:spcPts val="0"/>
                        </a:spcBef>
                        <a:spcAft>
                          <a:spcPts val="0"/>
                        </a:spcAft>
                        <a:buNone/>
                      </a:pPr>
                      <a:r>
                        <a:rPr b="1" lang="es-419" sz="1200">
                          <a:solidFill>
                            <a:srgbClr val="444444"/>
                          </a:solidFill>
                          <a:highlight>
                            <a:srgbClr val="F0F0F0"/>
                          </a:highlight>
                          <a:latin typeface="Roboto Mono"/>
                          <a:ea typeface="Roboto Mono"/>
                          <a:cs typeface="Roboto Mono"/>
                          <a:sym typeface="Roboto Mono"/>
                        </a:rPr>
                        <a:t>import</a:t>
                      </a:r>
                      <a:r>
                        <a:rPr lang="es-419" sz="1200">
                          <a:solidFill>
                            <a:srgbClr val="444444"/>
                          </a:solidFill>
                          <a:highlight>
                            <a:srgbClr val="F0F0F0"/>
                          </a:highlight>
                          <a:latin typeface="Roboto Mono"/>
                          <a:ea typeface="Roboto Mono"/>
                          <a:cs typeface="Roboto Mono"/>
                          <a:sym typeface="Roboto Mono"/>
                        </a:rPr>
                        <a:t> math</a:t>
                      </a:r>
                      <a:endParaRPr sz="12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200">
                          <a:solidFill>
                            <a:srgbClr val="444444"/>
                          </a:solidFill>
                          <a:highlight>
                            <a:srgbClr val="F0F0F0"/>
                          </a:highlight>
                          <a:latin typeface="Roboto Mono"/>
                          <a:ea typeface="Roboto Mono"/>
                          <a:cs typeface="Roboto Mono"/>
                          <a:sym typeface="Roboto Mono"/>
                        </a:rPr>
                        <a:t>print</a:t>
                      </a:r>
                      <a:r>
                        <a:rPr lang="es-419" sz="1200">
                          <a:solidFill>
                            <a:srgbClr val="444444"/>
                          </a:solidFill>
                          <a:highlight>
                            <a:srgbClr val="F0F0F0"/>
                          </a:highlight>
                          <a:latin typeface="Roboto Mono"/>
                          <a:ea typeface="Roboto Mono"/>
                          <a:cs typeface="Roboto Mono"/>
                          <a:sym typeface="Roboto Mono"/>
                        </a:rPr>
                        <a:t>(</a:t>
                      </a:r>
                      <a:r>
                        <a:rPr lang="es-419" sz="1200">
                          <a:solidFill>
                            <a:srgbClr val="A61C00"/>
                          </a:solidFill>
                          <a:highlight>
                            <a:srgbClr val="F0F0F0"/>
                          </a:highlight>
                          <a:latin typeface="Roboto Mono"/>
                          <a:ea typeface="Roboto Mono"/>
                          <a:cs typeface="Roboto Mono"/>
                          <a:sym typeface="Roboto Mono"/>
                        </a:rPr>
                        <a:t>f'Las calorías totales del producto son: {</a:t>
                      </a:r>
                      <a:r>
                        <a:rPr lang="es-419" sz="1200">
                          <a:solidFill>
                            <a:srgbClr val="444444"/>
                          </a:solidFill>
                          <a:highlight>
                            <a:srgbClr val="F0F0F0"/>
                          </a:highlight>
                          <a:latin typeface="Roboto Mono"/>
                          <a:ea typeface="Roboto Mono"/>
                          <a:cs typeface="Roboto Mono"/>
                          <a:sym typeface="Roboto Mono"/>
                        </a:rPr>
                        <a:t>math.ceil(calorias)</a:t>
                      </a:r>
                      <a:r>
                        <a:rPr lang="es-419" sz="1200">
                          <a:solidFill>
                            <a:srgbClr val="A61C00"/>
                          </a:solidFill>
                          <a:highlight>
                            <a:srgbClr val="F0F0F0"/>
                          </a:highlight>
                          <a:latin typeface="Roboto Mono"/>
                          <a:ea typeface="Roboto Mono"/>
                          <a:cs typeface="Roboto Mono"/>
                          <a:sym typeface="Roboto Mono"/>
                        </a:rPr>
                        <a:t>}'</a:t>
                      </a:r>
                      <a:r>
                        <a:rPr lang="es-419" sz="1200">
                          <a:solidFill>
                            <a:srgbClr val="444444"/>
                          </a:solidFill>
                          <a:highlight>
                            <a:srgbClr val="F0F0F0"/>
                          </a:highlight>
                          <a:latin typeface="Roboto Mono"/>
                          <a:ea typeface="Roboto Mono"/>
                          <a:cs typeface="Roboto Mono"/>
                          <a:sym typeface="Roboto Mono"/>
                        </a:rPr>
                        <a:t>)</a:t>
                      </a:r>
                      <a:endParaRPr sz="1200">
                        <a:solidFill>
                          <a:srgbClr val="444444"/>
                        </a:solidFill>
                        <a:highlight>
                          <a:srgbClr val="F0F0F0"/>
                        </a:highlight>
                        <a:latin typeface="Roboto Mono"/>
                        <a:ea typeface="Roboto Mono"/>
                        <a:cs typeface="Roboto Mono"/>
                        <a:sym typeface="Roboto Mono"/>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rgbClr val="F0F0F0"/>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3"/>
          <p:cNvSpPr txBox="1"/>
          <p:nvPr>
            <p:ph type="title"/>
          </p:nvPr>
        </p:nvSpPr>
        <p:spPr>
          <a:xfrm>
            <a:off x="277050" y="328825"/>
            <a:ext cx="81852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Contando calorías</a:t>
            </a:r>
            <a:endParaRPr/>
          </a:p>
        </p:txBody>
      </p:sp>
      <p:sp>
        <p:nvSpPr>
          <p:cNvPr id="274" name="Google Shape;274;p43"/>
          <p:cNvSpPr txBox="1"/>
          <p:nvPr>
            <p:ph idx="1" type="body"/>
          </p:nvPr>
        </p:nvSpPr>
        <p:spPr>
          <a:xfrm>
            <a:off x="351550" y="1433725"/>
            <a:ext cx="77637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código final y ordenado, quedaría de la siguiente manera:</a:t>
            </a:r>
            <a:endParaRPr/>
          </a:p>
        </p:txBody>
      </p:sp>
      <p:sp>
        <p:nvSpPr>
          <p:cNvPr id="275" name="Google Shape;275;p43"/>
          <p:cNvSpPr txBox="1"/>
          <p:nvPr>
            <p:ph idx="2" type="title"/>
          </p:nvPr>
        </p:nvSpPr>
        <p:spPr>
          <a:xfrm>
            <a:off x="277050" y="709825"/>
            <a:ext cx="81852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Solución - Paso 3</a:t>
            </a:r>
            <a:endParaRPr/>
          </a:p>
        </p:txBody>
      </p:sp>
      <p:graphicFrame>
        <p:nvGraphicFramePr>
          <p:cNvPr id="276" name="Google Shape;276;p43"/>
          <p:cNvGraphicFramePr/>
          <p:nvPr/>
        </p:nvGraphicFramePr>
        <p:xfrm>
          <a:off x="642825" y="1942425"/>
          <a:ext cx="3000000" cy="3000000"/>
        </p:xfrm>
        <a:graphic>
          <a:graphicData uri="http://schemas.openxmlformats.org/drawingml/2006/table">
            <a:tbl>
              <a:tblPr>
                <a:noFill/>
                <a:tableStyleId>{936FDE80-5B39-49F7-90EE-5E78116612E9}</a:tableStyleId>
              </a:tblPr>
              <a:tblGrid>
                <a:gridCol w="7181150"/>
              </a:tblGrid>
              <a:tr h="12700">
                <a:tc>
                  <a:txBody>
                    <a:bodyPr/>
                    <a:lstStyle/>
                    <a:p>
                      <a:pPr indent="0" lvl="0" marL="0" rtl="0" algn="l">
                        <a:lnSpc>
                          <a:spcPct val="115000"/>
                        </a:lnSpc>
                        <a:spcBef>
                          <a:spcPts val="0"/>
                        </a:spcBef>
                        <a:spcAft>
                          <a:spcPts val="0"/>
                        </a:spcAft>
                        <a:buClr>
                          <a:schemeClr val="dk1"/>
                        </a:buClr>
                        <a:buSzPts val="1100"/>
                        <a:buFont typeface="Arial"/>
                        <a:buNone/>
                      </a:pPr>
                      <a:r>
                        <a:rPr lang="es-419" sz="1000">
                          <a:solidFill>
                            <a:srgbClr val="888888"/>
                          </a:solidFill>
                          <a:highlight>
                            <a:srgbClr val="F0F0F0"/>
                          </a:highlight>
                          <a:latin typeface="Roboto Mono"/>
                          <a:ea typeface="Roboto Mono"/>
                          <a:cs typeface="Roboto Mono"/>
                          <a:sym typeface="Roboto Mono"/>
                        </a:rPr>
                        <a:t># importa librería math</a:t>
                      </a:r>
                      <a:endParaRPr b="1" sz="10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b="1" lang="es-419" sz="1000">
                          <a:solidFill>
                            <a:srgbClr val="444444"/>
                          </a:solidFill>
                          <a:highlight>
                            <a:srgbClr val="F0F0F0"/>
                          </a:highlight>
                          <a:latin typeface="Roboto Mono"/>
                          <a:ea typeface="Roboto Mono"/>
                          <a:cs typeface="Roboto Mono"/>
                          <a:sym typeface="Roboto Mono"/>
                        </a:rPr>
                        <a:t>import</a:t>
                      </a:r>
                      <a:r>
                        <a:rPr lang="es-419" sz="1000">
                          <a:solidFill>
                            <a:srgbClr val="444444"/>
                          </a:solidFill>
                          <a:highlight>
                            <a:srgbClr val="F0F0F0"/>
                          </a:highlight>
                          <a:latin typeface="Roboto Mono"/>
                          <a:ea typeface="Roboto Mono"/>
                          <a:cs typeface="Roboto Mono"/>
                          <a:sym typeface="Roboto Mono"/>
                        </a:rPr>
                        <a:t> math</a:t>
                      </a:r>
                      <a:endParaRPr sz="10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t/>
                      </a:r>
                      <a:endParaRPr sz="10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lang="es-419" sz="1000">
                          <a:solidFill>
                            <a:srgbClr val="888888"/>
                          </a:solidFill>
                          <a:highlight>
                            <a:srgbClr val="F0F0F0"/>
                          </a:highlight>
                          <a:latin typeface="Roboto Mono"/>
                          <a:ea typeface="Roboto Mono"/>
                          <a:cs typeface="Roboto Mono"/>
                          <a:sym typeface="Roboto Mono"/>
                        </a:rPr>
                        <a:t># Solicitud de Inputs</a:t>
                      </a:r>
                      <a:endParaRPr sz="10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lang="es-419" sz="1000">
                          <a:solidFill>
                            <a:srgbClr val="444444"/>
                          </a:solidFill>
                          <a:highlight>
                            <a:srgbClr val="F0F0F0"/>
                          </a:highlight>
                          <a:latin typeface="Roboto Mono"/>
                          <a:ea typeface="Roboto Mono"/>
                          <a:cs typeface="Roboto Mono"/>
                          <a:sym typeface="Roboto Mono"/>
                        </a:rPr>
                        <a:t>proteina = </a:t>
                      </a:r>
                      <a:r>
                        <a:rPr b="1" lang="es-419" sz="1000">
                          <a:solidFill>
                            <a:srgbClr val="444444"/>
                          </a:solidFill>
                          <a:highlight>
                            <a:srgbClr val="F0F0F0"/>
                          </a:highlight>
                          <a:latin typeface="Roboto Mono"/>
                          <a:ea typeface="Roboto Mono"/>
                          <a:cs typeface="Roboto Mono"/>
                          <a:sym typeface="Roboto Mono"/>
                        </a:rPr>
                        <a:t>float</a:t>
                      </a:r>
                      <a:r>
                        <a:rPr lang="es-419" sz="1000">
                          <a:solidFill>
                            <a:srgbClr val="444444"/>
                          </a:solidFill>
                          <a:highlight>
                            <a:srgbClr val="F0F0F0"/>
                          </a:highlight>
                          <a:latin typeface="Roboto Mono"/>
                          <a:ea typeface="Roboto Mono"/>
                          <a:cs typeface="Roboto Mono"/>
                          <a:sym typeface="Roboto Mono"/>
                        </a:rPr>
                        <a:t>(</a:t>
                      </a:r>
                      <a:r>
                        <a:rPr b="1" lang="es-419" sz="1000">
                          <a:solidFill>
                            <a:srgbClr val="444444"/>
                          </a:solidFill>
                          <a:highlight>
                            <a:srgbClr val="F0F0F0"/>
                          </a:highlight>
                          <a:latin typeface="Roboto Mono"/>
                          <a:ea typeface="Roboto Mono"/>
                          <a:cs typeface="Roboto Mono"/>
                          <a:sym typeface="Roboto Mono"/>
                        </a:rPr>
                        <a:t>input</a:t>
                      </a:r>
                      <a:r>
                        <a:rPr lang="es-419" sz="1000">
                          <a:solidFill>
                            <a:srgbClr val="444444"/>
                          </a:solidFill>
                          <a:highlight>
                            <a:srgbClr val="F0F0F0"/>
                          </a:highlight>
                          <a:latin typeface="Roboto Mono"/>
                          <a:ea typeface="Roboto Mono"/>
                          <a:cs typeface="Roboto Mono"/>
                          <a:sym typeface="Roboto Mono"/>
                        </a:rPr>
                        <a:t>(</a:t>
                      </a:r>
                      <a:r>
                        <a:rPr lang="es-419" sz="1000">
                          <a:solidFill>
                            <a:srgbClr val="A61C00"/>
                          </a:solidFill>
                          <a:highlight>
                            <a:srgbClr val="F0F0F0"/>
                          </a:highlight>
                          <a:latin typeface="Roboto Mono"/>
                          <a:ea typeface="Roboto Mono"/>
                          <a:cs typeface="Roboto Mono"/>
                          <a:sym typeface="Roboto Mono"/>
                        </a:rPr>
                        <a:t>"Ingrese los gr de proteina:\n&gt;"</a:t>
                      </a:r>
                      <a:r>
                        <a:rPr lang="es-419" sz="1000">
                          <a:solidFill>
                            <a:srgbClr val="444444"/>
                          </a:solidFill>
                          <a:highlight>
                            <a:srgbClr val="F0F0F0"/>
                          </a:highlight>
                          <a:latin typeface="Roboto Mono"/>
                          <a:ea typeface="Roboto Mono"/>
                          <a:cs typeface="Roboto Mono"/>
                          <a:sym typeface="Roboto Mono"/>
                        </a:rPr>
                        <a:t>))</a:t>
                      </a:r>
                      <a:endParaRPr sz="10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lang="es-419" sz="1000">
                          <a:solidFill>
                            <a:srgbClr val="444444"/>
                          </a:solidFill>
                          <a:highlight>
                            <a:srgbClr val="F0F0F0"/>
                          </a:highlight>
                          <a:latin typeface="Roboto Mono"/>
                          <a:ea typeface="Roboto Mono"/>
                          <a:cs typeface="Roboto Mono"/>
                          <a:sym typeface="Roboto Mono"/>
                        </a:rPr>
                        <a:t>carbohidratos = </a:t>
                      </a:r>
                      <a:r>
                        <a:rPr b="1" lang="es-419" sz="1000">
                          <a:solidFill>
                            <a:srgbClr val="444444"/>
                          </a:solidFill>
                          <a:highlight>
                            <a:srgbClr val="F0F0F0"/>
                          </a:highlight>
                          <a:latin typeface="Roboto Mono"/>
                          <a:ea typeface="Roboto Mono"/>
                          <a:cs typeface="Roboto Mono"/>
                          <a:sym typeface="Roboto Mono"/>
                        </a:rPr>
                        <a:t>float</a:t>
                      </a:r>
                      <a:r>
                        <a:rPr lang="es-419" sz="1000">
                          <a:solidFill>
                            <a:srgbClr val="444444"/>
                          </a:solidFill>
                          <a:highlight>
                            <a:srgbClr val="F0F0F0"/>
                          </a:highlight>
                          <a:latin typeface="Roboto Mono"/>
                          <a:ea typeface="Roboto Mono"/>
                          <a:cs typeface="Roboto Mono"/>
                          <a:sym typeface="Roboto Mono"/>
                        </a:rPr>
                        <a:t>(</a:t>
                      </a:r>
                      <a:r>
                        <a:rPr b="1" lang="es-419" sz="1000">
                          <a:solidFill>
                            <a:srgbClr val="444444"/>
                          </a:solidFill>
                          <a:highlight>
                            <a:srgbClr val="F0F0F0"/>
                          </a:highlight>
                          <a:latin typeface="Roboto Mono"/>
                          <a:ea typeface="Roboto Mono"/>
                          <a:cs typeface="Roboto Mono"/>
                          <a:sym typeface="Roboto Mono"/>
                        </a:rPr>
                        <a:t>input</a:t>
                      </a:r>
                      <a:r>
                        <a:rPr lang="es-419" sz="1000">
                          <a:solidFill>
                            <a:srgbClr val="444444"/>
                          </a:solidFill>
                          <a:highlight>
                            <a:srgbClr val="F0F0F0"/>
                          </a:highlight>
                          <a:latin typeface="Roboto Mono"/>
                          <a:ea typeface="Roboto Mono"/>
                          <a:cs typeface="Roboto Mono"/>
                          <a:sym typeface="Roboto Mono"/>
                        </a:rPr>
                        <a:t>(</a:t>
                      </a:r>
                      <a:r>
                        <a:rPr lang="es-419" sz="1000">
                          <a:solidFill>
                            <a:srgbClr val="A61C00"/>
                          </a:solidFill>
                          <a:highlight>
                            <a:srgbClr val="F0F0F0"/>
                          </a:highlight>
                          <a:latin typeface="Roboto Mono"/>
                          <a:ea typeface="Roboto Mono"/>
                          <a:cs typeface="Roboto Mono"/>
                          <a:sym typeface="Roboto Mono"/>
                        </a:rPr>
                        <a:t>"Ingrese el los de Carbohidrato:\n&gt;"</a:t>
                      </a:r>
                      <a:r>
                        <a:rPr lang="es-419" sz="1000">
                          <a:solidFill>
                            <a:srgbClr val="444444"/>
                          </a:solidFill>
                          <a:highlight>
                            <a:srgbClr val="F0F0F0"/>
                          </a:highlight>
                          <a:latin typeface="Roboto Mono"/>
                          <a:ea typeface="Roboto Mono"/>
                          <a:cs typeface="Roboto Mono"/>
                          <a:sym typeface="Roboto Mono"/>
                        </a:rPr>
                        <a:t>))</a:t>
                      </a:r>
                      <a:endParaRPr sz="10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lang="es-419" sz="1000">
                          <a:solidFill>
                            <a:srgbClr val="444444"/>
                          </a:solidFill>
                          <a:highlight>
                            <a:srgbClr val="F0F0F0"/>
                          </a:highlight>
                          <a:latin typeface="Roboto Mono"/>
                          <a:ea typeface="Roboto Mono"/>
                          <a:cs typeface="Roboto Mono"/>
                          <a:sym typeface="Roboto Mono"/>
                        </a:rPr>
                        <a:t>grasa = </a:t>
                      </a:r>
                      <a:r>
                        <a:rPr b="1" lang="es-419" sz="1000">
                          <a:solidFill>
                            <a:srgbClr val="444444"/>
                          </a:solidFill>
                          <a:highlight>
                            <a:srgbClr val="F0F0F0"/>
                          </a:highlight>
                          <a:latin typeface="Roboto Mono"/>
                          <a:ea typeface="Roboto Mono"/>
                          <a:cs typeface="Roboto Mono"/>
                          <a:sym typeface="Roboto Mono"/>
                        </a:rPr>
                        <a:t>float</a:t>
                      </a:r>
                      <a:r>
                        <a:rPr lang="es-419" sz="1000">
                          <a:solidFill>
                            <a:srgbClr val="444444"/>
                          </a:solidFill>
                          <a:highlight>
                            <a:srgbClr val="F0F0F0"/>
                          </a:highlight>
                          <a:latin typeface="Roboto Mono"/>
                          <a:ea typeface="Roboto Mono"/>
                          <a:cs typeface="Roboto Mono"/>
                          <a:sym typeface="Roboto Mono"/>
                        </a:rPr>
                        <a:t>(</a:t>
                      </a:r>
                      <a:r>
                        <a:rPr b="1" lang="es-419" sz="1000">
                          <a:solidFill>
                            <a:srgbClr val="444444"/>
                          </a:solidFill>
                          <a:highlight>
                            <a:srgbClr val="F0F0F0"/>
                          </a:highlight>
                          <a:latin typeface="Roboto Mono"/>
                          <a:ea typeface="Roboto Mono"/>
                          <a:cs typeface="Roboto Mono"/>
                          <a:sym typeface="Roboto Mono"/>
                        </a:rPr>
                        <a:t>input</a:t>
                      </a:r>
                      <a:r>
                        <a:rPr lang="es-419" sz="1000">
                          <a:solidFill>
                            <a:srgbClr val="444444"/>
                          </a:solidFill>
                          <a:highlight>
                            <a:srgbClr val="F0F0F0"/>
                          </a:highlight>
                          <a:latin typeface="Roboto Mono"/>
                          <a:ea typeface="Roboto Mono"/>
                          <a:cs typeface="Roboto Mono"/>
                          <a:sym typeface="Roboto Mono"/>
                        </a:rPr>
                        <a:t>(</a:t>
                      </a:r>
                      <a:r>
                        <a:rPr lang="es-419" sz="1000">
                          <a:solidFill>
                            <a:srgbClr val="A61C00"/>
                          </a:solidFill>
                          <a:highlight>
                            <a:srgbClr val="F0F0F0"/>
                          </a:highlight>
                          <a:latin typeface="Roboto Mono"/>
                          <a:ea typeface="Roboto Mono"/>
                          <a:cs typeface="Roboto Mono"/>
                          <a:sym typeface="Roboto Mono"/>
                        </a:rPr>
                        <a:t>"Ingrese el los de Grasa:\n&gt;"</a:t>
                      </a:r>
                      <a:r>
                        <a:rPr lang="es-419" sz="1000">
                          <a:solidFill>
                            <a:srgbClr val="444444"/>
                          </a:solidFill>
                          <a:highlight>
                            <a:srgbClr val="F0F0F0"/>
                          </a:highlight>
                          <a:latin typeface="Roboto Mono"/>
                          <a:ea typeface="Roboto Mono"/>
                          <a:cs typeface="Roboto Mono"/>
                          <a:sym typeface="Roboto Mono"/>
                        </a:rPr>
                        <a:t>))</a:t>
                      </a:r>
                      <a:endParaRPr sz="10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t/>
                      </a:r>
                      <a:endParaRPr sz="10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lang="es-419" sz="1000">
                          <a:solidFill>
                            <a:srgbClr val="888888"/>
                          </a:solidFill>
                          <a:highlight>
                            <a:srgbClr val="F0F0F0"/>
                          </a:highlight>
                          <a:latin typeface="Roboto Mono"/>
                          <a:ea typeface="Roboto Mono"/>
                          <a:cs typeface="Roboto Mono"/>
                          <a:sym typeface="Roboto Mono"/>
                        </a:rPr>
                        <a:t># cálculo de calorías</a:t>
                      </a:r>
                      <a:endParaRPr sz="10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lang="es-419" sz="1000">
                          <a:solidFill>
                            <a:srgbClr val="444444"/>
                          </a:solidFill>
                          <a:highlight>
                            <a:srgbClr val="F0F0F0"/>
                          </a:highlight>
                          <a:latin typeface="Roboto Mono"/>
                          <a:ea typeface="Roboto Mono"/>
                          <a:cs typeface="Roboto Mono"/>
                          <a:sym typeface="Roboto Mono"/>
                        </a:rPr>
                        <a:t>calorias = 4 * (proteina + carbohidratos) + 9 * grasa</a:t>
                      </a:r>
                      <a:endParaRPr sz="10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t/>
                      </a:r>
                      <a:endParaRPr sz="10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lang="es-419" sz="1000">
                          <a:solidFill>
                            <a:srgbClr val="888888"/>
                          </a:solidFill>
                          <a:highlight>
                            <a:srgbClr val="F0F0F0"/>
                          </a:highlight>
                          <a:latin typeface="Roboto Mono"/>
                          <a:ea typeface="Roboto Mono"/>
                          <a:cs typeface="Roboto Mono"/>
                          <a:sym typeface="Roboto Mono"/>
                        </a:rPr>
                        <a:t># entregar output en el formato solicitado</a:t>
                      </a:r>
                      <a:endParaRPr sz="10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b="1" lang="es-419" sz="1000">
                          <a:solidFill>
                            <a:srgbClr val="444444"/>
                          </a:solidFill>
                          <a:highlight>
                            <a:srgbClr val="F0F0F0"/>
                          </a:highlight>
                          <a:latin typeface="Roboto Mono"/>
                          <a:ea typeface="Roboto Mono"/>
                          <a:cs typeface="Roboto Mono"/>
                          <a:sym typeface="Roboto Mono"/>
                        </a:rPr>
                        <a:t>print</a:t>
                      </a:r>
                      <a:r>
                        <a:rPr lang="es-419" sz="1000">
                          <a:solidFill>
                            <a:srgbClr val="444444"/>
                          </a:solidFill>
                          <a:highlight>
                            <a:srgbClr val="F0F0F0"/>
                          </a:highlight>
                          <a:latin typeface="Roboto Mono"/>
                          <a:ea typeface="Roboto Mono"/>
                          <a:cs typeface="Roboto Mono"/>
                          <a:sym typeface="Roboto Mono"/>
                        </a:rPr>
                        <a:t>(</a:t>
                      </a:r>
                      <a:r>
                        <a:rPr lang="es-419" sz="1000">
                          <a:solidFill>
                            <a:srgbClr val="A61C00"/>
                          </a:solidFill>
                          <a:highlight>
                            <a:srgbClr val="F0F0F0"/>
                          </a:highlight>
                          <a:latin typeface="Roboto Mono"/>
                          <a:ea typeface="Roboto Mono"/>
                          <a:cs typeface="Roboto Mono"/>
                          <a:sym typeface="Roboto Mono"/>
                        </a:rPr>
                        <a:t>f'Las calorías totales del producto son: {</a:t>
                      </a:r>
                      <a:r>
                        <a:rPr lang="es-419" sz="1000">
                          <a:solidFill>
                            <a:srgbClr val="444444"/>
                          </a:solidFill>
                          <a:highlight>
                            <a:srgbClr val="F0F0F0"/>
                          </a:highlight>
                          <a:latin typeface="Roboto Mono"/>
                          <a:ea typeface="Roboto Mono"/>
                          <a:cs typeface="Roboto Mono"/>
                          <a:sym typeface="Roboto Mono"/>
                        </a:rPr>
                        <a:t>math.</a:t>
                      </a:r>
                      <a:r>
                        <a:rPr b="1" lang="es-419" sz="1000">
                          <a:solidFill>
                            <a:srgbClr val="444444"/>
                          </a:solidFill>
                          <a:highlight>
                            <a:srgbClr val="F0F0F0"/>
                          </a:highlight>
                          <a:latin typeface="Roboto Mono"/>
                          <a:ea typeface="Roboto Mono"/>
                          <a:cs typeface="Roboto Mono"/>
                          <a:sym typeface="Roboto Mono"/>
                        </a:rPr>
                        <a:t>ceil</a:t>
                      </a:r>
                      <a:r>
                        <a:rPr lang="es-419" sz="1000">
                          <a:solidFill>
                            <a:srgbClr val="444444"/>
                          </a:solidFill>
                          <a:highlight>
                            <a:srgbClr val="F0F0F0"/>
                          </a:highlight>
                          <a:latin typeface="Roboto Mono"/>
                          <a:ea typeface="Roboto Mono"/>
                          <a:cs typeface="Roboto Mono"/>
                          <a:sym typeface="Roboto Mono"/>
                        </a:rPr>
                        <a:t>(calorias)</a:t>
                      </a:r>
                      <a:r>
                        <a:rPr lang="es-419" sz="1000">
                          <a:solidFill>
                            <a:srgbClr val="A61C00"/>
                          </a:solidFill>
                          <a:highlight>
                            <a:srgbClr val="F0F0F0"/>
                          </a:highlight>
                          <a:latin typeface="Roboto Mono"/>
                          <a:ea typeface="Roboto Mono"/>
                          <a:cs typeface="Roboto Mono"/>
                          <a:sym typeface="Roboto Mono"/>
                        </a:rPr>
                        <a:t>}'</a:t>
                      </a:r>
                      <a:r>
                        <a:rPr lang="es-419" sz="1000">
                          <a:solidFill>
                            <a:srgbClr val="444444"/>
                          </a:solidFill>
                          <a:highlight>
                            <a:srgbClr val="F0F0F0"/>
                          </a:highlight>
                          <a:latin typeface="Roboto Mono"/>
                          <a:ea typeface="Roboto Mono"/>
                          <a:cs typeface="Roboto Mono"/>
                          <a:sym typeface="Roboto Mono"/>
                        </a:rPr>
                        <a:t>)</a:t>
                      </a:r>
                      <a:endParaRPr b="1" sz="1000">
                        <a:solidFill>
                          <a:srgbClr val="444444"/>
                        </a:solidFill>
                        <a:highlight>
                          <a:srgbClr val="F0F0F0"/>
                        </a:highlight>
                        <a:latin typeface="Roboto Mono"/>
                        <a:ea typeface="Roboto Mono"/>
                        <a:cs typeface="Roboto Mono"/>
                        <a:sym typeface="Roboto Mono"/>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rgbClr val="F0F0F0"/>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4"/>
          <p:cNvSpPr txBox="1"/>
          <p:nvPr>
            <p:ph type="title"/>
          </p:nvPr>
        </p:nvSpPr>
        <p:spPr>
          <a:xfrm>
            <a:off x="277050" y="328825"/>
            <a:ext cx="81852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Contando calorías</a:t>
            </a:r>
            <a:endParaRPr/>
          </a:p>
        </p:txBody>
      </p:sp>
      <p:sp>
        <p:nvSpPr>
          <p:cNvPr id="282" name="Google Shape;282;p44"/>
          <p:cNvSpPr txBox="1"/>
          <p:nvPr>
            <p:ph idx="1" type="body"/>
          </p:nvPr>
        </p:nvSpPr>
        <p:spPr>
          <a:xfrm>
            <a:off x="351550" y="1433725"/>
            <a:ext cx="77637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Ejecutemos el código</a:t>
            </a:r>
            <a:endParaRPr/>
          </a:p>
        </p:txBody>
      </p:sp>
      <p:sp>
        <p:nvSpPr>
          <p:cNvPr id="283" name="Google Shape;283;p44"/>
          <p:cNvSpPr txBox="1"/>
          <p:nvPr>
            <p:ph idx="2" type="title"/>
          </p:nvPr>
        </p:nvSpPr>
        <p:spPr>
          <a:xfrm>
            <a:off x="277050" y="709825"/>
            <a:ext cx="81852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Solución - Paso 4</a:t>
            </a:r>
            <a:endParaRPr/>
          </a:p>
        </p:txBody>
      </p:sp>
      <p:pic>
        <p:nvPicPr>
          <p:cNvPr id="284" name="Google Shape;284;p44"/>
          <p:cNvPicPr preferRelativeResize="0"/>
          <p:nvPr/>
        </p:nvPicPr>
        <p:blipFill>
          <a:blip r:embed="rId3">
            <a:alphaModFix/>
          </a:blip>
          <a:stretch>
            <a:fillRect/>
          </a:stretch>
        </p:blipFill>
        <p:spPr>
          <a:xfrm>
            <a:off x="2588775" y="2155338"/>
            <a:ext cx="3289250" cy="12900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5"/>
          <p:cNvSpPr txBox="1"/>
          <p:nvPr>
            <p:ph type="title"/>
          </p:nvPr>
        </p:nvSpPr>
        <p:spPr>
          <a:xfrm>
            <a:off x="277050" y="328825"/>
            <a:ext cx="81852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Contando calorías</a:t>
            </a:r>
            <a:endParaRPr/>
          </a:p>
        </p:txBody>
      </p:sp>
      <p:sp>
        <p:nvSpPr>
          <p:cNvPr id="290" name="Google Shape;290;p45"/>
          <p:cNvSpPr txBox="1"/>
          <p:nvPr>
            <p:ph idx="1" type="body"/>
          </p:nvPr>
        </p:nvSpPr>
        <p:spPr>
          <a:xfrm>
            <a:off x="351550" y="1433725"/>
            <a:ext cx="77637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Si ingresamos los datos por porción (segunda columna) notamos que los cálculos cuadran a la perfección.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Realizando los mismos cálculos para los valores cada 100 gr (primera columna), también obtenemos resultados correctos.</a:t>
            </a:r>
            <a:endParaRPr/>
          </a:p>
        </p:txBody>
      </p:sp>
      <p:sp>
        <p:nvSpPr>
          <p:cNvPr id="291" name="Google Shape;291;p45"/>
          <p:cNvSpPr txBox="1"/>
          <p:nvPr>
            <p:ph idx="2" type="title"/>
          </p:nvPr>
        </p:nvSpPr>
        <p:spPr>
          <a:xfrm>
            <a:off x="277050" y="709825"/>
            <a:ext cx="81852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Solución - Paso 4</a:t>
            </a:r>
            <a:endParaRPr/>
          </a:p>
        </p:txBody>
      </p:sp>
      <p:pic>
        <p:nvPicPr>
          <p:cNvPr id="292" name="Google Shape;292;p45"/>
          <p:cNvPicPr preferRelativeResize="0"/>
          <p:nvPr/>
        </p:nvPicPr>
        <p:blipFill>
          <a:blip r:embed="rId3">
            <a:alphaModFix/>
          </a:blip>
          <a:stretch>
            <a:fillRect/>
          </a:stretch>
        </p:blipFill>
        <p:spPr>
          <a:xfrm>
            <a:off x="2588775" y="2145600"/>
            <a:ext cx="3289250" cy="130949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6"/>
          <p:cNvSpPr txBox="1"/>
          <p:nvPr>
            <p:ph type="title"/>
          </p:nvPr>
        </p:nvSpPr>
        <p:spPr>
          <a:xfrm>
            <a:off x="275000" y="1204950"/>
            <a:ext cx="4929600" cy="2666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¿Qué son las librerías </a:t>
            </a:r>
            <a:endParaRPr/>
          </a:p>
          <a:p>
            <a:pPr indent="0" lvl="0" marL="0" rtl="0" algn="ctr">
              <a:spcBef>
                <a:spcPts val="0"/>
              </a:spcBef>
              <a:spcAft>
                <a:spcPts val="0"/>
              </a:spcAft>
              <a:buNone/>
            </a:pPr>
            <a:r>
              <a:rPr lang="es-419"/>
              <a:t>y para qué sirven?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7"/>
          <p:cNvSpPr txBox="1"/>
          <p:nvPr>
            <p:ph type="title"/>
          </p:nvPr>
        </p:nvSpPr>
        <p:spPr>
          <a:xfrm>
            <a:off x="1419925" y="2481150"/>
            <a:ext cx="6093600" cy="142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2"/>
              </a:buClr>
              <a:buSzPts val="1800"/>
              <a:buChar char="●"/>
            </a:pPr>
            <a:r>
              <a:rPr lang="es-419"/>
              <a:t>Identifica los </a:t>
            </a:r>
            <a:r>
              <a:rPr lang="es-419"/>
              <a:t>tipos</a:t>
            </a:r>
            <a:r>
              <a:rPr lang="es-419"/>
              <a:t> de datos que </a:t>
            </a:r>
            <a:r>
              <a:rPr lang="es-419"/>
              <a:t>utiliza</a:t>
            </a:r>
            <a:r>
              <a:rPr lang="es-419"/>
              <a:t> Python, y algunas formas básicas de manipularlos.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DA">
  <a:themeElements>
    <a:clrScheme name="Simple Light">
      <a:dk1>
        <a:srgbClr val="000000"/>
      </a:dk1>
      <a:lt1>
        <a:srgbClr val="FFFFFF"/>
      </a:lt1>
      <a:dk2>
        <a:srgbClr val="595959"/>
      </a:dk2>
      <a:lt2>
        <a:srgbClr val="EEEEEE"/>
      </a:lt2>
      <a:accent1>
        <a:srgbClr val="DF501D"/>
      </a:accent1>
      <a:accent2>
        <a:srgbClr val="E2A30B"/>
      </a:accent2>
      <a:accent3>
        <a:srgbClr val="009EE3"/>
      </a:accent3>
      <a:accent4>
        <a:srgbClr val="729E2E"/>
      </a:accent4>
      <a:accent5>
        <a:srgbClr val="999999"/>
      </a:accent5>
      <a:accent6>
        <a:srgbClr val="CCDBB5"/>
      </a:accent6>
      <a:hlink>
        <a:srgbClr val="729E2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