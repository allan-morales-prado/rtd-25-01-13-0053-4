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Roboto"/>
      <p:regular r:id="rId45"/>
      <p:bold r:id="rId46"/>
      <p:italic r:id="rId47"/>
      <p:boldItalic r:id="rId48"/>
    </p:embeddedFon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5EF85D-9F13-46F7-A3E1-78FD885231C5}">
  <a:tblStyle styleId="{FB5EF85D-9F13-46F7-A3E1-78FD885231C5}"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italic.fntdata"/><Relationship Id="rId50" Type="http://schemas.openxmlformats.org/officeDocument/2006/relationships/font" Target="fonts/RobotoMono-bold.fntdata"/><Relationship Id="rId52"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5db271ce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45db271ce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695a91ea6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695a91ea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434343"/>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45db271ce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45db271ce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rgbClr val="434343"/>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45db271ce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45db271ce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766c5fe6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766c5fe6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766c5fe6b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766c5fe6b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76a89f916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76a89f916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 Python existen principalmente 2 tipos de datos para representar números: los integers y los float. La manera más sencilla de poder diferenciar ambos tipos es por sus decimales; un integer será un número entero, es decir, sin decimales, en cambio, un float será un número que incluye decimales. La principal característica de los valores numéricos es que todas las operaciones matemáticas básicas son válidas.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76a89f916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76a89f916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76a89f916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76a89f916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76a89f916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76a89f916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76a89f916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76a89f916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76a89f916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76a89f916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76a89f916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76a89f916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76a89f916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76a89f916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76a89f916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76a89f916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76a89f916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76a89f916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bae66087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bae66087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76a89f9164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76a89f9164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76a89f9164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76a89f9164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76a89f916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76a89f916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76a89f9164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76a89f916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76a89f9164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76a89f9164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76a89f916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76a89f916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76a89f9164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76a89f916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76a89f9164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76a89f9164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Es importante conocer que cada tipo de dato poseerá una función que permite transformar un valor al tipo de dato indicado. Por ejemplo, int(variable) convertirá la variable en un entero. Análogamente bool(), str() y float() harán lo mismo.</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76a89f916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76a89f916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76a89f916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76a89f916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 frecuencia nuestros scripts necesitarán interactuar con el usuario, ya sea para seleccionar una opción de un menú o para simplemente ingresar un valor sobre el cuál nuestro script va a operar. Podemos capturar datos introducidos por un usuario ocupando la instrucción input.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76a89f9164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76a89f9164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Con frecuencia nuestros scripts necesitarán interactuar con el usuario, ya sea para seleccionar una opción de un menú o para simplemente ingresar un valor sobre el cuál nuestro script va a operar. Podemos capturar datos introducidos por un usuario ocupando la instrucción input.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76a89f916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76a89f916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76a89f9164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76a89f9164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76a89f9164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76a89f9164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76a89f9164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76a89f9164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76a89f9164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76a89f9164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76a89f9164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76a89f9164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45db271ce3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45db271ce3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76a89f9164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76a89f9164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45db271ce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45db271ce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45db271ce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45db271ce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1" Type="http://schemas.openxmlformats.org/officeDocument/2006/relationships/hyperlink" Target="https://www.instagram.com/desafiolatam/" TargetMode="External"/><Relationship Id="rId10" Type="http://schemas.openxmlformats.org/officeDocument/2006/relationships/image" Target="../media/image22.png"/><Relationship Id="rId13" Type="http://schemas.openxmlformats.org/officeDocument/2006/relationships/image" Target="../media/image7.png"/><Relationship Id="rId12" Type="http://schemas.openxmlformats.org/officeDocument/2006/relationships/image" Target="../media/image20.png"/><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s://www.facebook.com/DesafioLatam/" TargetMode="External"/><Relationship Id="rId4" Type="http://schemas.openxmlformats.org/officeDocument/2006/relationships/image" Target="../media/image17.png"/><Relationship Id="rId9" Type="http://schemas.openxmlformats.org/officeDocument/2006/relationships/hyperlink" Target="https://twitter.com/desafiolatam" TargetMode="External"/><Relationship Id="rId15" Type="http://schemas.openxmlformats.org/officeDocument/2006/relationships/image" Target="../media/image21.png"/><Relationship Id="rId14" Type="http://schemas.openxmlformats.org/officeDocument/2006/relationships/hyperlink" Target="https://desafiolatam.com/" TargetMode="External"/><Relationship Id="rId5" Type="http://schemas.openxmlformats.org/officeDocument/2006/relationships/hyperlink" Target="https://www.linkedin.com/school/desafiolatam/" TargetMode="External"/><Relationship Id="rId6" Type="http://schemas.openxmlformats.org/officeDocument/2006/relationships/image" Target="../media/image15.png"/><Relationship Id="rId7" Type="http://schemas.openxmlformats.org/officeDocument/2006/relationships/hyperlink" Target="https://www.youtube.com/channel/UCz0ekVt3TQ65voddo9xVOQw" TargetMode="External"/><Relationship Id="rId8"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7000"/>
          </a:blip>
          <a:srcRect b="15640" l="29333" r="0" t="0"/>
          <a:stretch/>
        </p:blipFill>
        <p:spPr>
          <a:xfrm rot="-5400000">
            <a:off x="-375800" y="299600"/>
            <a:ext cx="4128650" cy="3377051"/>
          </a:xfrm>
          <a:prstGeom prst="rect">
            <a:avLst/>
          </a:prstGeom>
          <a:noFill/>
          <a:ln>
            <a:noFill/>
          </a:ln>
        </p:spPr>
      </p:pic>
      <p:sp>
        <p:nvSpPr>
          <p:cNvPr id="10" name="Google Shape;10;p2"/>
          <p:cNvSpPr txBox="1"/>
          <p:nvPr>
            <p:ph type="title"/>
          </p:nvPr>
        </p:nvSpPr>
        <p:spPr>
          <a:xfrm>
            <a:off x="1420050" y="1455600"/>
            <a:ext cx="6303900" cy="154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algn="ctr">
              <a:lnSpc>
                <a:spcPct val="100000"/>
              </a:lnSpc>
              <a:spcBef>
                <a:spcPts val="0"/>
              </a:spcBef>
              <a:spcAft>
                <a:spcPts val="0"/>
              </a:spcAft>
              <a:buClr>
                <a:schemeClr val="accent3"/>
              </a:buClr>
              <a:buSzPts val="2800"/>
              <a:buNone/>
              <a:defRPr>
                <a:solidFill>
                  <a:schemeClr val="accent3"/>
                </a:solidFill>
              </a:defRPr>
            </a:lvl2pPr>
            <a:lvl3pPr lvl="2" algn="ctr">
              <a:lnSpc>
                <a:spcPct val="100000"/>
              </a:lnSpc>
              <a:spcBef>
                <a:spcPts val="0"/>
              </a:spcBef>
              <a:spcAft>
                <a:spcPts val="0"/>
              </a:spcAft>
              <a:buClr>
                <a:schemeClr val="accent3"/>
              </a:buClr>
              <a:buSzPts val="2800"/>
              <a:buNone/>
              <a:defRPr>
                <a:solidFill>
                  <a:schemeClr val="accent3"/>
                </a:solidFill>
              </a:defRPr>
            </a:lvl3pPr>
            <a:lvl4pPr lvl="3" algn="ctr">
              <a:lnSpc>
                <a:spcPct val="100000"/>
              </a:lnSpc>
              <a:spcBef>
                <a:spcPts val="0"/>
              </a:spcBef>
              <a:spcAft>
                <a:spcPts val="0"/>
              </a:spcAft>
              <a:buClr>
                <a:schemeClr val="accent3"/>
              </a:buClr>
              <a:buSzPts val="2800"/>
              <a:buNone/>
              <a:defRPr>
                <a:solidFill>
                  <a:schemeClr val="accent3"/>
                </a:solidFill>
              </a:defRPr>
            </a:lvl4pPr>
            <a:lvl5pPr lvl="4" algn="ctr">
              <a:lnSpc>
                <a:spcPct val="100000"/>
              </a:lnSpc>
              <a:spcBef>
                <a:spcPts val="0"/>
              </a:spcBef>
              <a:spcAft>
                <a:spcPts val="0"/>
              </a:spcAft>
              <a:buClr>
                <a:schemeClr val="accent3"/>
              </a:buClr>
              <a:buSzPts val="2800"/>
              <a:buNone/>
              <a:defRPr>
                <a:solidFill>
                  <a:schemeClr val="accent3"/>
                </a:solidFill>
              </a:defRPr>
            </a:lvl5pPr>
            <a:lvl6pPr lvl="5" algn="ctr">
              <a:lnSpc>
                <a:spcPct val="100000"/>
              </a:lnSpc>
              <a:spcBef>
                <a:spcPts val="0"/>
              </a:spcBef>
              <a:spcAft>
                <a:spcPts val="0"/>
              </a:spcAft>
              <a:buClr>
                <a:schemeClr val="accent3"/>
              </a:buClr>
              <a:buSzPts val="2800"/>
              <a:buNone/>
              <a:defRPr>
                <a:solidFill>
                  <a:schemeClr val="accent3"/>
                </a:solidFill>
              </a:defRPr>
            </a:lvl6pPr>
            <a:lvl7pPr lvl="6" algn="ctr">
              <a:lnSpc>
                <a:spcPct val="100000"/>
              </a:lnSpc>
              <a:spcBef>
                <a:spcPts val="0"/>
              </a:spcBef>
              <a:spcAft>
                <a:spcPts val="0"/>
              </a:spcAft>
              <a:buClr>
                <a:schemeClr val="accent3"/>
              </a:buClr>
              <a:buSzPts val="2800"/>
              <a:buNone/>
              <a:defRPr>
                <a:solidFill>
                  <a:schemeClr val="accent3"/>
                </a:solidFill>
              </a:defRPr>
            </a:lvl7pPr>
            <a:lvl8pPr lvl="7" algn="ctr">
              <a:lnSpc>
                <a:spcPct val="100000"/>
              </a:lnSpc>
              <a:spcBef>
                <a:spcPts val="0"/>
              </a:spcBef>
              <a:spcAft>
                <a:spcPts val="0"/>
              </a:spcAft>
              <a:buClr>
                <a:schemeClr val="accent3"/>
              </a:buClr>
              <a:buSzPts val="2800"/>
              <a:buNone/>
              <a:defRPr>
                <a:solidFill>
                  <a:schemeClr val="accent3"/>
                </a:solidFill>
              </a:defRPr>
            </a:lvl8pPr>
            <a:lvl9pPr lvl="8" algn="ctr">
              <a:lnSpc>
                <a:spcPct val="100000"/>
              </a:lnSpc>
              <a:spcBef>
                <a:spcPts val="0"/>
              </a:spcBef>
              <a:spcAft>
                <a:spcPts val="0"/>
              </a:spcAft>
              <a:buClr>
                <a:schemeClr val="accent3"/>
              </a:buClr>
              <a:buSzPts val="2800"/>
              <a:buNone/>
              <a:defRPr>
                <a:solidFill>
                  <a:schemeClr val="accent3"/>
                </a:solidFill>
              </a:defRPr>
            </a:lvl9pPr>
          </a:lstStyle>
          <a:p/>
        </p:txBody>
      </p:sp>
      <p:sp>
        <p:nvSpPr>
          <p:cNvPr id="11" name="Google Shape;11;p2"/>
          <p:cNvSpPr txBox="1"/>
          <p:nvPr>
            <p:ph idx="2" type="title"/>
          </p:nvPr>
        </p:nvSpPr>
        <p:spPr>
          <a:xfrm>
            <a:off x="1420050" y="2903400"/>
            <a:ext cx="6303900" cy="784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2"/>
              </a:buClr>
              <a:buSzPts val="1800"/>
              <a:buFont typeface="Roboto"/>
              <a:buNone/>
              <a:defRPr b="1" sz="1800">
                <a:solidFill>
                  <a:schemeClr val="dk2"/>
                </a:solidFill>
                <a:latin typeface="Roboto"/>
                <a:ea typeface="Roboto"/>
                <a:cs typeface="Roboto"/>
                <a:sym typeface="Roboto"/>
              </a:defRPr>
            </a:lvl1pPr>
            <a:lvl2pPr lvl="1"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2pPr>
            <a:lvl3pPr lvl="2"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3pPr>
            <a:lvl4pPr lvl="3"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4pPr>
            <a:lvl5pPr lvl="4"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5pPr>
            <a:lvl6pPr lvl="5"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6pPr>
            <a:lvl7pPr lvl="6"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7pPr>
            <a:lvl8pPr lvl="7"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8pPr>
            <a:lvl9pPr lvl="8" algn="ctr">
              <a:lnSpc>
                <a:spcPct val="100000"/>
              </a:lnSpc>
              <a:spcBef>
                <a:spcPts val="0"/>
              </a:spcBef>
              <a:spcAft>
                <a:spcPts val="0"/>
              </a:spcAft>
              <a:buClr>
                <a:schemeClr val="dk2"/>
              </a:buClr>
              <a:buSzPts val="2000"/>
              <a:buFont typeface="Roboto"/>
              <a:buNone/>
              <a:defRPr b="1" sz="2000">
                <a:solidFill>
                  <a:schemeClr val="dk2"/>
                </a:solidFill>
                <a:latin typeface="Roboto"/>
                <a:ea typeface="Roboto"/>
                <a:cs typeface="Roboto"/>
                <a:sym typeface="Roboto"/>
              </a:defRPr>
            </a:lvl9pPr>
          </a:lstStyle>
          <a:p/>
        </p:txBody>
      </p:sp>
      <p:pic>
        <p:nvPicPr>
          <p:cNvPr id="12" name="Google Shape;12;p2"/>
          <p:cNvPicPr preferRelativeResize="0"/>
          <p:nvPr/>
        </p:nvPicPr>
        <p:blipFill rotWithShape="1">
          <a:blip r:embed="rId2">
            <a:alphaModFix amt="67000"/>
          </a:blip>
          <a:srcRect b="15640" l="29333" r="0" t="0"/>
          <a:stretch/>
        </p:blipFill>
        <p:spPr>
          <a:xfrm rot="5400000">
            <a:off x="5391149" y="1466874"/>
            <a:ext cx="4128650" cy="3377051"/>
          </a:xfrm>
          <a:prstGeom prst="rect">
            <a:avLst/>
          </a:prstGeom>
          <a:noFill/>
          <a:ln>
            <a:noFill/>
          </a:ln>
        </p:spPr>
      </p:pic>
      <p:pic>
        <p:nvPicPr>
          <p:cNvPr id="13" name="Google Shape;13;p2"/>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Mapa">
  <p:cSld name="CUSTOM_3_1">
    <p:spTree>
      <p:nvGrpSpPr>
        <p:cNvPr id="14" name="Shape 14"/>
        <p:cNvGrpSpPr/>
        <p:nvPr/>
      </p:nvGrpSpPr>
      <p:grpSpPr>
        <a:xfrm>
          <a:off x="0" y="0"/>
          <a:ext cx="0" cy="0"/>
          <a:chOff x="0" y="0"/>
          <a:chExt cx="0" cy="0"/>
        </a:xfrm>
      </p:grpSpPr>
      <p:pic>
        <p:nvPicPr>
          <p:cNvPr id="15" name="Google Shape;15;p3"/>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sp>
        <p:nvSpPr>
          <p:cNvPr id="16" name="Google Shape;16;p3"/>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3"/>
              </a:buClr>
              <a:buSzPts val="2800"/>
              <a:buFont typeface="Roboto"/>
              <a:buNone/>
              <a:defRPr b="1">
                <a:solidFill>
                  <a:schemeClr val="accent3"/>
                </a:solidFill>
                <a:latin typeface="Roboto"/>
                <a:ea typeface="Roboto"/>
                <a:cs typeface="Roboto"/>
                <a:sym typeface="Roboto"/>
              </a:defRPr>
            </a:lvl1pPr>
            <a:lvl2pPr lvl="1" rtl="0" algn="l">
              <a:lnSpc>
                <a:spcPct val="100000"/>
              </a:lnSpc>
              <a:spcBef>
                <a:spcPts val="0"/>
              </a:spcBef>
              <a:spcAft>
                <a:spcPts val="0"/>
              </a:spcAft>
              <a:buClr>
                <a:schemeClr val="accent3"/>
              </a:buClr>
              <a:buSzPts val="2800"/>
              <a:buNone/>
              <a:defRPr>
                <a:solidFill>
                  <a:schemeClr val="accent3"/>
                </a:solidFill>
              </a:defRPr>
            </a:lvl2pPr>
            <a:lvl3pPr lvl="2" rtl="0" algn="l">
              <a:lnSpc>
                <a:spcPct val="100000"/>
              </a:lnSpc>
              <a:spcBef>
                <a:spcPts val="0"/>
              </a:spcBef>
              <a:spcAft>
                <a:spcPts val="0"/>
              </a:spcAft>
              <a:buClr>
                <a:schemeClr val="accent3"/>
              </a:buClr>
              <a:buSzPts val="2800"/>
              <a:buNone/>
              <a:defRPr>
                <a:solidFill>
                  <a:schemeClr val="accent3"/>
                </a:solidFill>
              </a:defRPr>
            </a:lvl3pPr>
            <a:lvl4pPr lvl="3" rtl="0" algn="l">
              <a:lnSpc>
                <a:spcPct val="100000"/>
              </a:lnSpc>
              <a:spcBef>
                <a:spcPts val="0"/>
              </a:spcBef>
              <a:spcAft>
                <a:spcPts val="0"/>
              </a:spcAft>
              <a:buClr>
                <a:schemeClr val="accent3"/>
              </a:buClr>
              <a:buSzPts val="2800"/>
              <a:buNone/>
              <a:defRPr>
                <a:solidFill>
                  <a:schemeClr val="accent3"/>
                </a:solidFill>
              </a:defRPr>
            </a:lvl4pPr>
            <a:lvl5pPr lvl="4" rtl="0" algn="l">
              <a:lnSpc>
                <a:spcPct val="100000"/>
              </a:lnSpc>
              <a:spcBef>
                <a:spcPts val="0"/>
              </a:spcBef>
              <a:spcAft>
                <a:spcPts val="0"/>
              </a:spcAft>
              <a:buClr>
                <a:schemeClr val="accent3"/>
              </a:buClr>
              <a:buSzPts val="2800"/>
              <a:buNone/>
              <a:defRPr>
                <a:solidFill>
                  <a:schemeClr val="accent3"/>
                </a:solidFill>
              </a:defRPr>
            </a:lvl5pPr>
            <a:lvl6pPr lvl="5" rtl="0" algn="l">
              <a:lnSpc>
                <a:spcPct val="100000"/>
              </a:lnSpc>
              <a:spcBef>
                <a:spcPts val="0"/>
              </a:spcBef>
              <a:spcAft>
                <a:spcPts val="0"/>
              </a:spcAft>
              <a:buClr>
                <a:schemeClr val="accent3"/>
              </a:buClr>
              <a:buSzPts val="2800"/>
              <a:buNone/>
              <a:defRPr>
                <a:solidFill>
                  <a:schemeClr val="accent3"/>
                </a:solidFill>
              </a:defRPr>
            </a:lvl6pPr>
            <a:lvl7pPr lvl="6" rtl="0" algn="l">
              <a:lnSpc>
                <a:spcPct val="100000"/>
              </a:lnSpc>
              <a:spcBef>
                <a:spcPts val="0"/>
              </a:spcBef>
              <a:spcAft>
                <a:spcPts val="0"/>
              </a:spcAft>
              <a:buClr>
                <a:schemeClr val="accent3"/>
              </a:buClr>
              <a:buSzPts val="2800"/>
              <a:buNone/>
              <a:defRPr>
                <a:solidFill>
                  <a:schemeClr val="accent3"/>
                </a:solidFill>
              </a:defRPr>
            </a:lvl7pPr>
            <a:lvl8pPr lvl="7" rtl="0" algn="l">
              <a:lnSpc>
                <a:spcPct val="100000"/>
              </a:lnSpc>
              <a:spcBef>
                <a:spcPts val="0"/>
              </a:spcBef>
              <a:spcAft>
                <a:spcPts val="0"/>
              </a:spcAft>
              <a:buClr>
                <a:schemeClr val="accent3"/>
              </a:buClr>
              <a:buSzPts val="2800"/>
              <a:buNone/>
              <a:defRPr>
                <a:solidFill>
                  <a:schemeClr val="accent3"/>
                </a:solidFill>
              </a:defRPr>
            </a:lvl8pPr>
            <a:lvl9pPr lvl="8" rtl="0" algn="l">
              <a:lnSpc>
                <a:spcPct val="100000"/>
              </a:lnSpc>
              <a:spcBef>
                <a:spcPts val="0"/>
              </a:spcBef>
              <a:spcAft>
                <a:spcPts val="0"/>
              </a:spcAft>
              <a:buClr>
                <a:schemeClr val="accent3"/>
              </a:buClr>
              <a:buSzPts val="2800"/>
              <a:buNone/>
              <a:defRPr>
                <a:solidFill>
                  <a:schemeClr val="accent3"/>
                </a:solidFill>
              </a:defRPr>
            </a:lvl9pPr>
          </a:lstStyle>
          <a:p/>
        </p:txBody>
      </p:sp>
      <p:sp>
        <p:nvSpPr>
          <p:cNvPr id="17" name="Google Shape;17;p3"/>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sp>
        <p:nvSpPr>
          <p:cNvPr id="18" name="Google Shape;18;p3"/>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3"/>
              </a:buClr>
              <a:buSzPts val="1600"/>
              <a:buFont typeface="Roboto"/>
              <a:buChar char="■"/>
              <a:defRPr sz="1600">
                <a:solidFill>
                  <a:srgbClr val="434343"/>
                </a:solidFill>
                <a:latin typeface="Roboto"/>
                <a:ea typeface="Roboto"/>
                <a:cs typeface="Roboto"/>
                <a:sym typeface="Roboto"/>
              </a:defRPr>
            </a:lvl9pPr>
          </a:lstStyle>
          <a:p/>
        </p:txBody>
      </p:sp>
      <p:pic>
        <p:nvPicPr>
          <p:cNvPr id="19" name="Google Shape;19;p3"/>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Clase de hoy">
  <p:cSld name="CUSTOM_3_1_2">
    <p:spTree>
      <p:nvGrpSpPr>
        <p:cNvPr id="20" name="Shape 20"/>
        <p:cNvGrpSpPr/>
        <p:nvPr/>
      </p:nvGrpSpPr>
      <p:grpSpPr>
        <a:xfrm>
          <a:off x="0" y="0"/>
          <a:ext cx="0" cy="0"/>
          <a:chOff x="0" y="0"/>
          <a:chExt cx="0" cy="0"/>
        </a:xfrm>
      </p:grpSpPr>
      <p:sp>
        <p:nvSpPr>
          <p:cNvPr id="21" name="Google Shape;21;p4"/>
          <p:cNvSpPr/>
          <p:nvPr/>
        </p:nvSpPr>
        <p:spPr>
          <a:xfrm>
            <a:off x="3536400" y="420475"/>
            <a:ext cx="5607600" cy="4381800"/>
          </a:xfrm>
          <a:prstGeom prst="rect">
            <a:avLst/>
          </a:prstGeom>
          <a:solidFill>
            <a:srgbClr val="009EE3">
              <a:alpha val="504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txBox="1"/>
          <p:nvPr>
            <p:ph type="title"/>
          </p:nvPr>
        </p:nvSpPr>
        <p:spPr>
          <a:xfrm>
            <a:off x="162500" y="420475"/>
            <a:ext cx="3399900" cy="438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2"/>
              </a:buClr>
              <a:buSzPts val="2000"/>
              <a:buNone/>
              <a:defRPr i="1" sz="2000">
                <a:solidFill>
                  <a:schemeClr val="dk2"/>
                </a:solidFill>
              </a:defRPr>
            </a:lvl1pPr>
            <a:lvl2pPr lvl="1" rtl="0" algn="ctr">
              <a:lnSpc>
                <a:spcPct val="100000"/>
              </a:lnSpc>
              <a:spcBef>
                <a:spcPts val="0"/>
              </a:spcBef>
              <a:spcAft>
                <a:spcPts val="0"/>
              </a:spcAft>
              <a:buSzPts val="2000"/>
              <a:buNone/>
              <a:defRPr i="1" sz="2000"/>
            </a:lvl2pPr>
            <a:lvl3pPr lvl="2" rtl="0" algn="ctr">
              <a:lnSpc>
                <a:spcPct val="100000"/>
              </a:lnSpc>
              <a:spcBef>
                <a:spcPts val="0"/>
              </a:spcBef>
              <a:spcAft>
                <a:spcPts val="0"/>
              </a:spcAft>
              <a:buSzPts val="2000"/>
              <a:buNone/>
              <a:defRPr i="1" sz="2000"/>
            </a:lvl3pPr>
            <a:lvl4pPr lvl="3" rtl="0" algn="ctr">
              <a:lnSpc>
                <a:spcPct val="100000"/>
              </a:lnSpc>
              <a:spcBef>
                <a:spcPts val="0"/>
              </a:spcBef>
              <a:spcAft>
                <a:spcPts val="0"/>
              </a:spcAft>
              <a:buSzPts val="2000"/>
              <a:buNone/>
              <a:defRPr i="1" sz="2000"/>
            </a:lvl4pPr>
            <a:lvl5pPr lvl="4" rtl="0" algn="ctr">
              <a:lnSpc>
                <a:spcPct val="100000"/>
              </a:lnSpc>
              <a:spcBef>
                <a:spcPts val="0"/>
              </a:spcBef>
              <a:spcAft>
                <a:spcPts val="0"/>
              </a:spcAft>
              <a:buSzPts val="2000"/>
              <a:buNone/>
              <a:defRPr i="1" sz="2000"/>
            </a:lvl5pPr>
            <a:lvl6pPr lvl="5" rtl="0" algn="ctr">
              <a:lnSpc>
                <a:spcPct val="100000"/>
              </a:lnSpc>
              <a:spcBef>
                <a:spcPts val="0"/>
              </a:spcBef>
              <a:spcAft>
                <a:spcPts val="0"/>
              </a:spcAft>
              <a:buSzPts val="2000"/>
              <a:buNone/>
              <a:defRPr i="1" sz="2000"/>
            </a:lvl6pPr>
            <a:lvl7pPr lvl="6" rtl="0" algn="ctr">
              <a:lnSpc>
                <a:spcPct val="100000"/>
              </a:lnSpc>
              <a:spcBef>
                <a:spcPts val="0"/>
              </a:spcBef>
              <a:spcAft>
                <a:spcPts val="0"/>
              </a:spcAft>
              <a:buSzPts val="2000"/>
              <a:buNone/>
              <a:defRPr i="1" sz="2000"/>
            </a:lvl7pPr>
            <a:lvl8pPr lvl="7" rtl="0" algn="ctr">
              <a:lnSpc>
                <a:spcPct val="100000"/>
              </a:lnSpc>
              <a:spcBef>
                <a:spcPts val="0"/>
              </a:spcBef>
              <a:spcAft>
                <a:spcPts val="0"/>
              </a:spcAft>
              <a:buSzPts val="2000"/>
              <a:buNone/>
              <a:defRPr i="1" sz="2000"/>
            </a:lvl8pPr>
            <a:lvl9pPr lvl="8" rtl="0" algn="ctr">
              <a:lnSpc>
                <a:spcPct val="100000"/>
              </a:lnSpc>
              <a:spcBef>
                <a:spcPts val="0"/>
              </a:spcBef>
              <a:spcAft>
                <a:spcPts val="0"/>
              </a:spcAft>
              <a:buSzPts val="2000"/>
              <a:buNone/>
              <a:defRPr i="1" sz="2000"/>
            </a:lvl9pPr>
          </a:lstStyle>
          <a:p/>
        </p:txBody>
      </p:sp>
      <p:sp>
        <p:nvSpPr>
          <p:cNvPr id="23" name="Google Shape;23;p4"/>
          <p:cNvSpPr txBox="1"/>
          <p:nvPr>
            <p:ph idx="1" type="body"/>
          </p:nvPr>
        </p:nvSpPr>
        <p:spPr>
          <a:xfrm>
            <a:off x="3536400" y="588197"/>
            <a:ext cx="3842700" cy="4070400"/>
          </a:xfrm>
          <a:prstGeom prst="rect">
            <a:avLst/>
          </a:prstGeom>
          <a:noFill/>
          <a:ln>
            <a:noFill/>
          </a:ln>
        </p:spPr>
        <p:txBody>
          <a:bodyPr anchorCtr="0" anchor="ctr" bIns="91425" lIns="91425" spcFirstLastPara="1" rIns="91425" wrap="square" tIns="91425">
            <a:normAutofit/>
          </a:bodyPr>
          <a:lstStyle>
            <a:lvl1pPr indent="-330200" lvl="0" marL="457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1pPr>
            <a:lvl2pPr indent="-330200" lvl="1" marL="914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2pPr>
            <a:lvl3pPr indent="-330200" lvl="2" marL="1371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3pPr>
            <a:lvl4pPr indent="-330200" lvl="3" marL="1828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4pPr>
            <a:lvl5pPr indent="-330200" lvl="4" marL="22860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5pPr>
            <a:lvl6pPr indent="-330200" lvl="5" marL="27432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6pPr>
            <a:lvl7pPr indent="-330200" lvl="6" marL="32004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7pPr>
            <a:lvl8pPr indent="-330200" lvl="7" marL="36576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8pPr>
            <a:lvl9pPr indent="-330200" lvl="8" marL="4114800" rtl="0" algn="l">
              <a:lnSpc>
                <a:spcPct val="100000"/>
              </a:lnSpc>
              <a:spcBef>
                <a:spcPts val="0"/>
              </a:spcBef>
              <a:spcAft>
                <a:spcPts val="0"/>
              </a:spcAft>
              <a:buClr>
                <a:schemeClr val="accent3"/>
              </a:buClr>
              <a:buSzPts val="1600"/>
              <a:buFont typeface="Roboto"/>
              <a:buChar char="■"/>
              <a:defRPr sz="1600">
                <a:solidFill>
                  <a:schemeClr val="dk2"/>
                </a:solidFill>
                <a:latin typeface="Roboto"/>
                <a:ea typeface="Roboto"/>
                <a:cs typeface="Roboto"/>
                <a:sym typeface="Roboto"/>
              </a:defRPr>
            </a:lvl9pPr>
          </a:lstStyle>
          <a:p/>
        </p:txBody>
      </p:sp>
      <p:pic>
        <p:nvPicPr>
          <p:cNvPr id="24" name="Google Shape;24;p4"/>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Objetivo">
  <p:cSld name="CUSTOM_3_1_1">
    <p:spTree>
      <p:nvGrpSpPr>
        <p:cNvPr id="25" name="Shape 25"/>
        <p:cNvGrpSpPr/>
        <p:nvPr/>
      </p:nvGrpSpPr>
      <p:grpSpPr>
        <a:xfrm>
          <a:off x="0" y="0"/>
          <a:ext cx="0" cy="0"/>
          <a:chOff x="0" y="0"/>
          <a:chExt cx="0" cy="0"/>
        </a:xfrm>
      </p:grpSpPr>
      <p:sp>
        <p:nvSpPr>
          <p:cNvPr id="26" name="Google Shape;26;p5"/>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None/>
              <a:defRPr b="0" i="1" sz="1800">
                <a:solidFill>
                  <a:schemeClr val="dk2"/>
                </a:solidFill>
              </a:defRPr>
            </a:lvl1pPr>
            <a:lvl2pPr lvl="1" algn="l">
              <a:lnSpc>
                <a:spcPct val="100000"/>
              </a:lnSpc>
              <a:spcBef>
                <a:spcPts val="0"/>
              </a:spcBef>
              <a:spcAft>
                <a:spcPts val="0"/>
              </a:spcAft>
              <a:buClr>
                <a:schemeClr val="dk2"/>
              </a:buClr>
              <a:buSzPts val="1800"/>
              <a:buNone/>
              <a:defRPr b="0" i="1" sz="1800">
                <a:solidFill>
                  <a:schemeClr val="dk2"/>
                </a:solidFill>
              </a:defRPr>
            </a:lvl2pPr>
            <a:lvl3pPr lvl="2" algn="l">
              <a:lnSpc>
                <a:spcPct val="100000"/>
              </a:lnSpc>
              <a:spcBef>
                <a:spcPts val="0"/>
              </a:spcBef>
              <a:spcAft>
                <a:spcPts val="0"/>
              </a:spcAft>
              <a:buClr>
                <a:schemeClr val="dk2"/>
              </a:buClr>
              <a:buSzPts val="1800"/>
              <a:buNone/>
              <a:defRPr b="0" i="1" sz="1800">
                <a:solidFill>
                  <a:schemeClr val="dk2"/>
                </a:solidFill>
              </a:defRPr>
            </a:lvl3pPr>
            <a:lvl4pPr lvl="3" algn="l">
              <a:lnSpc>
                <a:spcPct val="100000"/>
              </a:lnSpc>
              <a:spcBef>
                <a:spcPts val="0"/>
              </a:spcBef>
              <a:spcAft>
                <a:spcPts val="0"/>
              </a:spcAft>
              <a:buClr>
                <a:schemeClr val="dk2"/>
              </a:buClr>
              <a:buSzPts val="1800"/>
              <a:buNone/>
              <a:defRPr b="0" i="1" sz="1800">
                <a:solidFill>
                  <a:schemeClr val="dk2"/>
                </a:solidFill>
              </a:defRPr>
            </a:lvl4pPr>
            <a:lvl5pPr lvl="4" algn="l">
              <a:lnSpc>
                <a:spcPct val="100000"/>
              </a:lnSpc>
              <a:spcBef>
                <a:spcPts val="0"/>
              </a:spcBef>
              <a:spcAft>
                <a:spcPts val="0"/>
              </a:spcAft>
              <a:buClr>
                <a:schemeClr val="dk2"/>
              </a:buClr>
              <a:buSzPts val="1800"/>
              <a:buNone/>
              <a:defRPr b="0" i="1" sz="1800">
                <a:solidFill>
                  <a:schemeClr val="dk2"/>
                </a:solidFill>
              </a:defRPr>
            </a:lvl5pPr>
            <a:lvl6pPr lvl="5" algn="l">
              <a:lnSpc>
                <a:spcPct val="100000"/>
              </a:lnSpc>
              <a:spcBef>
                <a:spcPts val="0"/>
              </a:spcBef>
              <a:spcAft>
                <a:spcPts val="0"/>
              </a:spcAft>
              <a:buClr>
                <a:schemeClr val="dk2"/>
              </a:buClr>
              <a:buSzPts val="1800"/>
              <a:buNone/>
              <a:defRPr b="0" i="1" sz="1800">
                <a:solidFill>
                  <a:schemeClr val="dk2"/>
                </a:solidFill>
              </a:defRPr>
            </a:lvl6pPr>
            <a:lvl7pPr lvl="6" algn="l">
              <a:lnSpc>
                <a:spcPct val="100000"/>
              </a:lnSpc>
              <a:spcBef>
                <a:spcPts val="0"/>
              </a:spcBef>
              <a:spcAft>
                <a:spcPts val="0"/>
              </a:spcAft>
              <a:buClr>
                <a:schemeClr val="dk2"/>
              </a:buClr>
              <a:buSzPts val="1800"/>
              <a:buNone/>
              <a:defRPr b="0" i="1" sz="1800">
                <a:solidFill>
                  <a:schemeClr val="dk2"/>
                </a:solidFill>
              </a:defRPr>
            </a:lvl7pPr>
            <a:lvl8pPr lvl="7" algn="l">
              <a:lnSpc>
                <a:spcPct val="100000"/>
              </a:lnSpc>
              <a:spcBef>
                <a:spcPts val="0"/>
              </a:spcBef>
              <a:spcAft>
                <a:spcPts val="0"/>
              </a:spcAft>
              <a:buClr>
                <a:schemeClr val="dk2"/>
              </a:buClr>
              <a:buSzPts val="1800"/>
              <a:buNone/>
              <a:defRPr b="0" i="1" sz="1800">
                <a:solidFill>
                  <a:schemeClr val="dk2"/>
                </a:solidFill>
              </a:defRPr>
            </a:lvl8pPr>
            <a:lvl9pPr lvl="8"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27" name="Google Shape;27;p5"/>
          <p:cNvPicPr preferRelativeResize="0"/>
          <p:nvPr/>
        </p:nvPicPr>
        <p:blipFill rotWithShape="1">
          <a:blip r:embed="rId2">
            <a:alphaModFix amt="67000"/>
          </a:blip>
          <a:srcRect b="15640" l="29333" r="0" t="0"/>
          <a:stretch/>
        </p:blipFill>
        <p:spPr>
          <a:xfrm rot="5400000">
            <a:off x="6000749" y="2000274"/>
            <a:ext cx="4128650" cy="3377051"/>
          </a:xfrm>
          <a:prstGeom prst="rect">
            <a:avLst/>
          </a:prstGeom>
          <a:noFill/>
          <a:ln>
            <a:noFill/>
          </a:ln>
        </p:spPr>
      </p:pic>
      <p:pic>
        <p:nvPicPr>
          <p:cNvPr id="28" name="Google Shape;28;p5"/>
          <p:cNvPicPr preferRelativeResize="0"/>
          <p:nvPr/>
        </p:nvPicPr>
        <p:blipFill rotWithShape="1">
          <a:blip r:embed="rId2">
            <a:alphaModFix amt="67000"/>
          </a:blip>
          <a:srcRect b="15640" l="29333" r="0" t="0"/>
          <a:stretch/>
        </p:blipFill>
        <p:spPr>
          <a:xfrm rot="-5400000">
            <a:off x="-985400" y="-233800"/>
            <a:ext cx="4128650" cy="3377051"/>
          </a:xfrm>
          <a:prstGeom prst="rect">
            <a:avLst/>
          </a:prstGeom>
          <a:noFill/>
          <a:ln>
            <a:noFill/>
          </a:ln>
        </p:spPr>
      </p:pic>
      <p:sp>
        <p:nvSpPr>
          <p:cNvPr id="29" name="Google Shape;29;p5"/>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3"/>
                </a:solidFill>
                <a:latin typeface="Roboto"/>
                <a:ea typeface="Roboto"/>
                <a:cs typeface="Roboto"/>
                <a:sym typeface="Roboto"/>
              </a:rPr>
              <a:t>¿Qué aprenderás en esta sesión?</a:t>
            </a:r>
            <a:endParaRPr b="1" sz="2800">
              <a:solidFill>
                <a:schemeClr val="accent3"/>
              </a:solidFill>
              <a:latin typeface="Roboto"/>
              <a:ea typeface="Roboto"/>
              <a:cs typeface="Roboto"/>
              <a:sym typeface="Roboto"/>
            </a:endParaRPr>
          </a:p>
        </p:txBody>
      </p:sp>
      <p:pic>
        <p:nvPicPr>
          <p:cNvPr id="30" name="Google Shape;30;p5"/>
          <p:cNvPicPr preferRelativeResize="0"/>
          <p:nvPr/>
        </p:nvPicPr>
        <p:blipFill>
          <a:blip r:embed="rId3">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1">
  <p:cSld name="CUSTOM_29_1_1_1">
    <p:spTree>
      <p:nvGrpSpPr>
        <p:cNvPr id="31" name="Shape 31"/>
        <p:cNvGrpSpPr/>
        <p:nvPr/>
      </p:nvGrpSpPr>
      <p:grpSpPr>
        <a:xfrm>
          <a:off x="0" y="0"/>
          <a:ext cx="0" cy="0"/>
          <a:chOff x="0" y="0"/>
          <a:chExt cx="0" cy="0"/>
        </a:xfrm>
      </p:grpSpPr>
      <p:sp>
        <p:nvSpPr>
          <p:cNvPr id="32" name="Google Shape;32;p6"/>
          <p:cNvSpPr/>
          <p:nvPr/>
        </p:nvSpPr>
        <p:spPr>
          <a:xfrm>
            <a:off x="0" y="0"/>
            <a:ext cx="9159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34" name="Google Shape;34;p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sp>
        <p:nvSpPr>
          <p:cNvPr id="35" name="Google Shape;35;p6"/>
          <p:cNvSpPr/>
          <p:nvPr/>
        </p:nvSpPr>
        <p:spPr>
          <a:xfrm>
            <a:off x="5256475" y="1204950"/>
            <a:ext cx="2733600" cy="2733600"/>
          </a:xfrm>
          <a:prstGeom prst="ellipse">
            <a:avLst/>
          </a:prstGeom>
          <a:solidFill>
            <a:srgbClr val="FFFFFF"/>
          </a:solidFill>
          <a:ln cap="flat" cmpd="sng" w="76200">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 name="Google Shape;36;p6"/>
          <p:cNvPicPr preferRelativeResize="0"/>
          <p:nvPr/>
        </p:nvPicPr>
        <p:blipFill>
          <a:blip r:embed="rId3">
            <a:alphaModFix/>
          </a:blip>
          <a:stretch>
            <a:fillRect/>
          </a:stretch>
        </p:blipFill>
        <p:spPr>
          <a:xfrm>
            <a:off x="5578725" y="1016100"/>
            <a:ext cx="2089099" cy="2922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icio - Título 2">
  <p:cSld name="CUSTOM_2_3_1">
    <p:spTree>
      <p:nvGrpSpPr>
        <p:cNvPr id="37" name="Shape 37"/>
        <p:cNvGrpSpPr/>
        <p:nvPr/>
      </p:nvGrpSpPr>
      <p:grpSpPr>
        <a:xfrm>
          <a:off x="0" y="0"/>
          <a:ext cx="0" cy="0"/>
          <a:chOff x="0" y="0"/>
          <a:chExt cx="0" cy="0"/>
        </a:xfrm>
      </p:grpSpPr>
      <p:sp>
        <p:nvSpPr>
          <p:cNvPr id="38" name="Google Shape;38;p7"/>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1pPr>
            <a:lvl2pPr lvl="1"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2pPr>
            <a:lvl3pPr lvl="2"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3pPr>
            <a:lvl4pPr lvl="3"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4pPr>
            <a:lvl5pPr lvl="4"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5pPr>
            <a:lvl6pPr lvl="5"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6pPr>
            <a:lvl7pPr lvl="6"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7pPr>
            <a:lvl8pPr lvl="7"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8pPr>
            <a:lvl9pPr lvl="8" rtl="0" algn="ctr">
              <a:lnSpc>
                <a:spcPct val="100000"/>
              </a:lnSpc>
              <a:spcBef>
                <a:spcPts val="0"/>
              </a:spcBef>
              <a:spcAft>
                <a:spcPts val="0"/>
              </a:spcAft>
              <a:buClr>
                <a:schemeClr val="accent3"/>
              </a:buClr>
              <a:buSzPts val="4000"/>
              <a:buFont typeface="Roboto"/>
              <a:buNone/>
              <a:defRPr b="1" sz="4000">
                <a:solidFill>
                  <a:schemeClr val="accent3"/>
                </a:solidFill>
                <a:latin typeface="Roboto"/>
                <a:ea typeface="Roboto"/>
                <a:cs typeface="Roboto"/>
                <a:sym typeface="Roboto"/>
              </a:defRPr>
            </a:lvl9pPr>
          </a:lstStyle>
          <a:p/>
        </p:txBody>
      </p:sp>
      <p:pic>
        <p:nvPicPr>
          <p:cNvPr id="39" name="Google Shape;39;p7"/>
          <p:cNvPicPr preferRelativeResize="0"/>
          <p:nvPr/>
        </p:nvPicPr>
        <p:blipFill>
          <a:blip r:embed="rId2">
            <a:alphaModFix/>
          </a:blip>
          <a:stretch>
            <a:fillRect/>
          </a:stretch>
        </p:blipFill>
        <p:spPr>
          <a:xfrm>
            <a:off x="123950" y="4356388"/>
            <a:ext cx="1222874" cy="654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1">
  <p:cSld name="CUSTOM_1_3">
    <p:spTree>
      <p:nvGrpSpPr>
        <p:cNvPr id="40" name="Shape 40"/>
        <p:cNvGrpSpPr/>
        <p:nvPr/>
      </p:nvGrpSpPr>
      <p:grpSpPr>
        <a:xfrm>
          <a:off x="0" y="0"/>
          <a:ext cx="0" cy="0"/>
          <a:chOff x="0" y="0"/>
          <a:chExt cx="0" cy="0"/>
        </a:xfrm>
      </p:grpSpPr>
      <p:sp>
        <p:nvSpPr>
          <p:cNvPr id="41" name="Google Shape;41;p8"/>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2" name="Google Shape;42;p8"/>
          <p:cNvSpPr txBox="1"/>
          <p:nvPr>
            <p:ph idx="1" type="body"/>
          </p:nvPr>
        </p:nvSpPr>
        <p:spPr>
          <a:xfrm>
            <a:off x="355000" y="1433725"/>
            <a:ext cx="84858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3" name="Google Shape;43;p8"/>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pic>
        <p:nvPicPr>
          <p:cNvPr id="44" name="Google Shape;44;p8"/>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2">
  <p:cSld name="CUSTOM_1_4_3">
    <p:spTree>
      <p:nvGrpSpPr>
        <p:cNvPr id="45" name="Shape 45"/>
        <p:cNvGrpSpPr/>
        <p:nvPr/>
      </p:nvGrpSpPr>
      <p:grpSpPr>
        <a:xfrm>
          <a:off x="0" y="0"/>
          <a:ext cx="0" cy="0"/>
          <a:chOff x="0" y="0"/>
          <a:chExt cx="0" cy="0"/>
        </a:xfrm>
      </p:grpSpPr>
      <p:sp>
        <p:nvSpPr>
          <p:cNvPr id="46" name="Google Shape;46;p9"/>
          <p:cNvSpPr txBox="1"/>
          <p:nvPr>
            <p:ph type="title"/>
          </p:nvPr>
        </p:nvSpPr>
        <p:spPr>
          <a:xfrm>
            <a:off x="277050" y="328825"/>
            <a:ext cx="8563800" cy="588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algn="l">
              <a:lnSpc>
                <a:spcPct val="100000"/>
              </a:lnSpc>
              <a:spcBef>
                <a:spcPts val="0"/>
              </a:spcBef>
              <a:spcAft>
                <a:spcPts val="0"/>
              </a:spcAft>
              <a:buClr>
                <a:schemeClr val="accent4"/>
              </a:buClr>
              <a:buSzPts val="2800"/>
              <a:buNone/>
              <a:defRPr>
                <a:solidFill>
                  <a:schemeClr val="accent4"/>
                </a:solidFill>
              </a:defRPr>
            </a:lvl2pPr>
            <a:lvl3pPr lvl="2" algn="l">
              <a:lnSpc>
                <a:spcPct val="100000"/>
              </a:lnSpc>
              <a:spcBef>
                <a:spcPts val="0"/>
              </a:spcBef>
              <a:spcAft>
                <a:spcPts val="0"/>
              </a:spcAft>
              <a:buClr>
                <a:schemeClr val="accent4"/>
              </a:buClr>
              <a:buSzPts val="2800"/>
              <a:buNone/>
              <a:defRPr>
                <a:solidFill>
                  <a:schemeClr val="accent4"/>
                </a:solidFill>
              </a:defRPr>
            </a:lvl3pPr>
            <a:lvl4pPr lvl="3" algn="l">
              <a:lnSpc>
                <a:spcPct val="100000"/>
              </a:lnSpc>
              <a:spcBef>
                <a:spcPts val="0"/>
              </a:spcBef>
              <a:spcAft>
                <a:spcPts val="0"/>
              </a:spcAft>
              <a:buClr>
                <a:schemeClr val="accent4"/>
              </a:buClr>
              <a:buSzPts val="2800"/>
              <a:buNone/>
              <a:defRPr>
                <a:solidFill>
                  <a:schemeClr val="accent4"/>
                </a:solidFill>
              </a:defRPr>
            </a:lvl4pPr>
            <a:lvl5pPr lvl="4" algn="l">
              <a:lnSpc>
                <a:spcPct val="100000"/>
              </a:lnSpc>
              <a:spcBef>
                <a:spcPts val="0"/>
              </a:spcBef>
              <a:spcAft>
                <a:spcPts val="0"/>
              </a:spcAft>
              <a:buClr>
                <a:schemeClr val="accent4"/>
              </a:buClr>
              <a:buSzPts val="2800"/>
              <a:buNone/>
              <a:defRPr>
                <a:solidFill>
                  <a:schemeClr val="accent4"/>
                </a:solidFill>
              </a:defRPr>
            </a:lvl5pPr>
            <a:lvl6pPr lvl="5" algn="l">
              <a:lnSpc>
                <a:spcPct val="100000"/>
              </a:lnSpc>
              <a:spcBef>
                <a:spcPts val="0"/>
              </a:spcBef>
              <a:spcAft>
                <a:spcPts val="0"/>
              </a:spcAft>
              <a:buClr>
                <a:schemeClr val="accent4"/>
              </a:buClr>
              <a:buSzPts val="2800"/>
              <a:buNone/>
              <a:defRPr>
                <a:solidFill>
                  <a:schemeClr val="accent4"/>
                </a:solidFill>
              </a:defRPr>
            </a:lvl6pPr>
            <a:lvl7pPr lvl="6" algn="l">
              <a:lnSpc>
                <a:spcPct val="100000"/>
              </a:lnSpc>
              <a:spcBef>
                <a:spcPts val="0"/>
              </a:spcBef>
              <a:spcAft>
                <a:spcPts val="0"/>
              </a:spcAft>
              <a:buClr>
                <a:schemeClr val="accent4"/>
              </a:buClr>
              <a:buSzPts val="2800"/>
              <a:buNone/>
              <a:defRPr>
                <a:solidFill>
                  <a:schemeClr val="accent4"/>
                </a:solidFill>
              </a:defRPr>
            </a:lvl7pPr>
            <a:lvl8pPr lvl="7" algn="l">
              <a:lnSpc>
                <a:spcPct val="100000"/>
              </a:lnSpc>
              <a:spcBef>
                <a:spcPts val="0"/>
              </a:spcBef>
              <a:spcAft>
                <a:spcPts val="0"/>
              </a:spcAft>
              <a:buClr>
                <a:schemeClr val="accent4"/>
              </a:buClr>
              <a:buSzPts val="2800"/>
              <a:buNone/>
              <a:defRPr>
                <a:solidFill>
                  <a:schemeClr val="accent4"/>
                </a:solidFill>
              </a:defRPr>
            </a:lvl8pPr>
            <a:lvl9pPr lvl="8" algn="l">
              <a:lnSpc>
                <a:spcPct val="100000"/>
              </a:lnSpc>
              <a:spcBef>
                <a:spcPts val="0"/>
              </a:spcBef>
              <a:spcAft>
                <a:spcPts val="0"/>
              </a:spcAft>
              <a:buClr>
                <a:schemeClr val="accent4"/>
              </a:buClr>
              <a:buSzPts val="2800"/>
              <a:buNone/>
              <a:defRPr>
                <a:solidFill>
                  <a:schemeClr val="accent4"/>
                </a:solidFill>
              </a:defRPr>
            </a:lvl9pPr>
          </a:lstStyle>
          <a:p/>
        </p:txBody>
      </p:sp>
      <p:sp>
        <p:nvSpPr>
          <p:cNvPr id="47" name="Google Shape;47;p9"/>
          <p:cNvSpPr txBox="1"/>
          <p:nvPr>
            <p:ph idx="1" type="body"/>
          </p:nvPr>
        </p:nvSpPr>
        <p:spPr>
          <a:xfrm>
            <a:off x="3550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48" name="Google Shape;48;p9"/>
          <p:cNvSpPr txBox="1"/>
          <p:nvPr>
            <p:ph idx="2" type="title"/>
          </p:nvPr>
        </p:nvSpPr>
        <p:spPr>
          <a:xfrm>
            <a:off x="277050" y="709825"/>
            <a:ext cx="8563800" cy="58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algn="l">
              <a:lnSpc>
                <a:spcPct val="100000"/>
              </a:lnSpc>
              <a:spcBef>
                <a:spcPts val="0"/>
              </a:spcBef>
              <a:spcAft>
                <a:spcPts val="0"/>
              </a:spcAft>
              <a:buClr>
                <a:schemeClr val="dk2"/>
              </a:buClr>
              <a:buSzPts val="1800"/>
              <a:buNone/>
              <a:defRPr i="1" sz="1800">
                <a:solidFill>
                  <a:schemeClr val="dk2"/>
                </a:solidFill>
              </a:defRPr>
            </a:lvl2pPr>
            <a:lvl3pPr lvl="2" algn="l">
              <a:lnSpc>
                <a:spcPct val="100000"/>
              </a:lnSpc>
              <a:spcBef>
                <a:spcPts val="0"/>
              </a:spcBef>
              <a:spcAft>
                <a:spcPts val="0"/>
              </a:spcAft>
              <a:buClr>
                <a:schemeClr val="dk2"/>
              </a:buClr>
              <a:buSzPts val="1800"/>
              <a:buNone/>
              <a:defRPr i="1" sz="1800">
                <a:solidFill>
                  <a:schemeClr val="dk2"/>
                </a:solidFill>
              </a:defRPr>
            </a:lvl3pPr>
            <a:lvl4pPr lvl="3" algn="l">
              <a:lnSpc>
                <a:spcPct val="100000"/>
              </a:lnSpc>
              <a:spcBef>
                <a:spcPts val="0"/>
              </a:spcBef>
              <a:spcAft>
                <a:spcPts val="0"/>
              </a:spcAft>
              <a:buClr>
                <a:schemeClr val="dk2"/>
              </a:buClr>
              <a:buSzPts val="1800"/>
              <a:buNone/>
              <a:defRPr i="1" sz="1800">
                <a:solidFill>
                  <a:schemeClr val="dk2"/>
                </a:solidFill>
              </a:defRPr>
            </a:lvl4pPr>
            <a:lvl5pPr lvl="4" algn="l">
              <a:lnSpc>
                <a:spcPct val="100000"/>
              </a:lnSpc>
              <a:spcBef>
                <a:spcPts val="0"/>
              </a:spcBef>
              <a:spcAft>
                <a:spcPts val="0"/>
              </a:spcAft>
              <a:buClr>
                <a:schemeClr val="dk2"/>
              </a:buClr>
              <a:buSzPts val="1800"/>
              <a:buNone/>
              <a:defRPr i="1" sz="1800">
                <a:solidFill>
                  <a:schemeClr val="dk2"/>
                </a:solidFill>
              </a:defRPr>
            </a:lvl5pPr>
            <a:lvl6pPr lvl="5" algn="l">
              <a:lnSpc>
                <a:spcPct val="100000"/>
              </a:lnSpc>
              <a:spcBef>
                <a:spcPts val="0"/>
              </a:spcBef>
              <a:spcAft>
                <a:spcPts val="0"/>
              </a:spcAft>
              <a:buClr>
                <a:schemeClr val="dk2"/>
              </a:buClr>
              <a:buSzPts val="1800"/>
              <a:buNone/>
              <a:defRPr i="1" sz="1800">
                <a:solidFill>
                  <a:schemeClr val="dk2"/>
                </a:solidFill>
              </a:defRPr>
            </a:lvl6pPr>
            <a:lvl7pPr lvl="6" algn="l">
              <a:lnSpc>
                <a:spcPct val="100000"/>
              </a:lnSpc>
              <a:spcBef>
                <a:spcPts val="0"/>
              </a:spcBef>
              <a:spcAft>
                <a:spcPts val="0"/>
              </a:spcAft>
              <a:buClr>
                <a:schemeClr val="dk2"/>
              </a:buClr>
              <a:buSzPts val="1800"/>
              <a:buNone/>
              <a:defRPr i="1" sz="1800">
                <a:solidFill>
                  <a:schemeClr val="dk2"/>
                </a:solidFill>
              </a:defRPr>
            </a:lvl7pPr>
            <a:lvl8pPr lvl="7" algn="l">
              <a:lnSpc>
                <a:spcPct val="100000"/>
              </a:lnSpc>
              <a:spcBef>
                <a:spcPts val="0"/>
              </a:spcBef>
              <a:spcAft>
                <a:spcPts val="0"/>
              </a:spcAft>
              <a:buClr>
                <a:schemeClr val="dk2"/>
              </a:buClr>
              <a:buSzPts val="1800"/>
              <a:buNone/>
              <a:defRPr i="1" sz="1800">
                <a:solidFill>
                  <a:schemeClr val="dk2"/>
                </a:solidFill>
              </a:defRPr>
            </a:lvl8pPr>
            <a:lvl9pPr lvl="8" algn="l">
              <a:lnSpc>
                <a:spcPct val="100000"/>
              </a:lnSpc>
              <a:spcBef>
                <a:spcPts val="0"/>
              </a:spcBef>
              <a:spcAft>
                <a:spcPts val="0"/>
              </a:spcAft>
              <a:buClr>
                <a:schemeClr val="dk2"/>
              </a:buClr>
              <a:buSzPts val="1800"/>
              <a:buNone/>
              <a:defRPr i="1" sz="1800">
                <a:solidFill>
                  <a:schemeClr val="dk2"/>
                </a:solidFill>
              </a:defRPr>
            </a:lvl9pPr>
          </a:lstStyle>
          <a:p/>
        </p:txBody>
      </p:sp>
      <p:sp>
        <p:nvSpPr>
          <p:cNvPr id="49" name="Google Shape;49;p9"/>
          <p:cNvSpPr txBox="1"/>
          <p:nvPr>
            <p:ph idx="3" type="body"/>
          </p:nvPr>
        </p:nvSpPr>
        <p:spPr>
          <a:xfrm>
            <a:off x="4698400" y="1433725"/>
            <a:ext cx="4113000" cy="30306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pic>
        <p:nvPicPr>
          <p:cNvPr id="50" name="Google Shape;50;p9"/>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3">
  <p:cSld name="CUSTOM_1_3_1">
    <p:spTree>
      <p:nvGrpSpPr>
        <p:cNvPr id="51" name="Shape 51"/>
        <p:cNvGrpSpPr/>
        <p:nvPr/>
      </p:nvGrpSpPr>
      <p:grpSpPr>
        <a:xfrm>
          <a:off x="0" y="0"/>
          <a:ext cx="0" cy="0"/>
          <a:chOff x="0" y="0"/>
          <a:chExt cx="0" cy="0"/>
        </a:xfrm>
      </p:grpSpPr>
      <p:pic>
        <p:nvPicPr>
          <p:cNvPr id="52" name="Google Shape;52;p10"/>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4">
  <p:cSld name="CUSTOM_1_4_4_3_1_1">
    <p:spTree>
      <p:nvGrpSpPr>
        <p:cNvPr id="53" name="Shape 53"/>
        <p:cNvGrpSpPr/>
        <p:nvPr/>
      </p:nvGrpSpPr>
      <p:grpSpPr>
        <a:xfrm>
          <a:off x="0" y="0"/>
          <a:ext cx="0" cy="0"/>
          <a:chOff x="0" y="0"/>
          <a:chExt cx="0" cy="0"/>
        </a:xfrm>
      </p:grpSpPr>
      <p:sp>
        <p:nvSpPr>
          <p:cNvPr id="54" name="Google Shape;54;p11"/>
          <p:cNvSpPr/>
          <p:nvPr/>
        </p:nvSpPr>
        <p:spPr>
          <a:xfrm>
            <a:off x="8462250" y="-54400"/>
            <a:ext cx="752100" cy="5253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Roboto"/>
              <a:ea typeface="Roboto"/>
              <a:cs typeface="Roboto"/>
              <a:sym typeface="Roboto"/>
            </a:endParaRPr>
          </a:p>
        </p:txBody>
      </p:sp>
      <p:pic>
        <p:nvPicPr>
          <p:cNvPr id="55" name="Google Shape;55;p11"/>
          <p:cNvPicPr preferRelativeResize="0"/>
          <p:nvPr/>
        </p:nvPicPr>
        <p:blipFill rotWithShape="1">
          <a:blip r:embed="rId2">
            <a:alphaModFix amt="95000"/>
          </a:blip>
          <a:srcRect b="0" l="0" r="0" t="0"/>
          <a:stretch/>
        </p:blipFill>
        <p:spPr>
          <a:xfrm>
            <a:off x="7757618" y="0"/>
            <a:ext cx="1280794" cy="5143500"/>
          </a:xfrm>
          <a:prstGeom prst="rect">
            <a:avLst/>
          </a:prstGeom>
          <a:noFill/>
          <a:ln>
            <a:noFill/>
          </a:ln>
        </p:spPr>
      </p:pic>
      <p:sp>
        <p:nvSpPr>
          <p:cNvPr id="56" name="Google Shape;56;p11"/>
          <p:cNvSpPr txBox="1"/>
          <p:nvPr>
            <p:ph type="title"/>
          </p:nvPr>
        </p:nvSpPr>
        <p:spPr>
          <a:xfrm>
            <a:off x="277050" y="328825"/>
            <a:ext cx="81852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4"/>
              </a:buClr>
              <a:buSzPts val="2800"/>
              <a:buFont typeface="Roboto"/>
              <a:buNone/>
              <a:defRPr b="1">
                <a:solidFill>
                  <a:schemeClr val="accent4"/>
                </a:solidFill>
                <a:latin typeface="Roboto"/>
                <a:ea typeface="Roboto"/>
                <a:cs typeface="Roboto"/>
                <a:sym typeface="Roboto"/>
              </a:defRPr>
            </a:lvl1pPr>
            <a:lvl2pPr lvl="1" rtl="0" algn="l">
              <a:lnSpc>
                <a:spcPct val="100000"/>
              </a:lnSpc>
              <a:spcBef>
                <a:spcPts val="0"/>
              </a:spcBef>
              <a:spcAft>
                <a:spcPts val="0"/>
              </a:spcAft>
              <a:buClr>
                <a:schemeClr val="accent4"/>
              </a:buClr>
              <a:buSzPts val="2800"/>
              <a:buNone/>
              <a:defRPr>
                <a:solidFill>
                  <a:schemeClr val="accent4"/>
                </a:solidFill>
              </a:defRPr>
            </a:lvl2pPr>
            <a:lvl3pPr lvl="2" rtl="0" algn="l">
              <a:lnSpc>
                <a:spcPct val="100000"/>
              </a:lnSpc>
              <a:spcBef>
                <a:spcPts val="0"/>
              </a:spcBef>
              <a:spcAft>
                <a:spcPts val="0"/>
              </a:spcAft>
              <a:buClr>
                <a:schemeClr val="accent4"/>
              </a:buClr>
              <a:buSzPts val="2800"/>
              <a:buNone/>
              <a:defRPr>
                <a:solidFill>
                  <a:schemeClr val="accent4"/>
                </a:solidFill>
              </a:defRPr>
            </a:lvl3pPr>
            <a:lvl4pPr lvl="3" rtl="0" algn="l">
              <a:lnSpc>
                <a:spcPct val="100000"/>
              </a:lnSpc>
              <a:spcBef>
                <a:spcPts val="0"/>
              </a:spcBef>
              <a:spcAft>
                <a:spcPts val="0"/>
              </a:spcAft>
              <a:buClr>
                <a:schemeClr val="accent4"/>
              </a:buClr>
              <a:buSzPts val="2800"/>
              <a:buNone/>
              <a:defRPr>
                <a:solidFill>
                  <a:schemeClr val="accent4"/>
                </a:solidFill>
              </a:defRPr>
            </a:lvl4pPr>
            <a:lvl5pPr lvl="4" rtl="0" algn="l">
              <a:lnSpc>
                <a:spcPct val="100000"/>
              </a:lnSpc>
              <a:spcBef>
                <a:spcPts val="0"/>
              </a:spcBef>
              <a:spcAft>
                <a:spcPts val="0"/>
              </a:spcAft>
              <a:buClr>
                <a:schemeClr val="accent4"/>
              </a:buClr>
              <a:buSzPts val="2800"/>
              <a:buNone/>
              <a:defRPr>
                <a:solidFill>
                  <a:schemeClr val="accent4"/>
                </a:solidFill>
              </a:defRPr>
            </a:lvl5pPr>
            <a:lvl6pPr lvl="5" rtl="0" algn="l">
              <a:lnSpc>
                <a:spcPct val="100000"/>
              </a:lnSpc>
              <a:spcBef>
                <a:spcPts val="0"/>
              </a:spcBef>
              <a:spcAft>
                <a:spcPts val="0"/>
              </a:spcAft>
              <a:buClr>
                <a:schemeClr val="accent4"/>
              </a:buClr>
              <a:buSzPts val="2800"/>
              <a:buNone/>
              <a:defRPr>
                <a:solidFill>
                  <a:schemeClr val="accent4"/>
                </a:solidFill>
              </a:defRPr>
            </a:lvl6pPr>
            <a:lvl7pPr lvl="6" rtl="0" algn="l">
              <a:lnSpc>
                <a:spcPct val="100000"/>
              </a:lnSpc>
              <a:spcBef>
                <a:spcPts val="0"/>
              </a:spcBef>
              <a:spcAft>
                <a:spcPts val="0"/>
              </a:spcAft>
              <a:buClr>
                <a:schemeClr val="accent4"/>
              </a:buClr>
              <a:buSzPts val="2800"/>
              <a:buNone/>
              <a:defRPr>
                <a:solidFill>
                  <a:schemeClr val="accent4"/>
                </a:solidFill>
              </a:defRPr>
            </a:lvl7pPr>
            <a:lvl8pPr lvl="7" rtl="0" algn="l">
              <a:lnSpc>
                <a:spcPct val="100000"/>
              </a:lnSpc>
              <a:spcBef>
                <a:spcPts val="0"/>
              </a:spcBef>
              <a:spcAft>
                <a:spcPts val="0"/>
              </a:spcAft>
              <a:buClr>
                <a:schemeClr val="accent4"/>
              </a:buClr>
              <a:buSzPts val="2800"/>
              <a:buNone/>
              <a:defRPr>
                <a:solidFill>
                  <a:schemeClr val="accent4"/>
                </a:solidFill>
              </a:defRPr>
            </a:lvl8pPr>
            <a:lvl9pPr lvl="8" rtl="0" algn="l">
              <a:lnSpc>
                <a:spcPct val="100000"/>
              </a:lnSpc>
              <a:spcBef>
                <a:spcPts val="0"/>
              </a:spcBef>
              <a:spcAft>
                <a:spcPts val="0"/>
              </a:spcAft>
              <a:buClr>
                <a:schemeClr val="accent4"/>
              </a:buClr>
              <a:buSzPts val="2800"/>
              <a:buNone/>
              <a:defRPr>
                <a:solidFill>
                  <a:schemeClr val="accent4"/>
                </a:solidFill>
              </a:defRPr>
            </a:lvl9pPr>
          </a:lstStyle>
          <a:p/>
        </p:txBody>
      </p:sp>
      <p:sp>
        <p:nvSpPr>
          <p:cNvPr id="57" name="Google Shape;57;p11"/>
          <p:cNvSpPr txBox="1"/>
          <p:nvPr>
            <p:ph idx="1" type="body"/>
          </p:nvPr>
        </p:nvSpPr>
        <p:spPr>
          <a:xfrm>
            <a:off x="351550" y="1433725"/>
            <a:ext cx="77637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4"/>
              </a:buClr>
              <a:buSzPts val="1600"/>
              <a:buFont typeface="Roboto"/>
              <a:buChar char="■"/>
              <a:defRPr sz="1600">
                <a:solidFill>
                  <a:srgbClr val="434343"/>
                </a:solidFill>
                <a:latin typeface="Roboto"/>
                <a:ea typeface="Roboto"/>
                <a:cs typeface="Roboto"/>
                <a:sym typeface="Roboto"/>
              </a:defRPr>
            </a:lvl9pPr>
          </a:lstStyle>
          <a:p/>
        </p:txBody>
      </p:sp>
      <p:sp>
        <p:nvSpPr>
          <p:cNvPr id="58" name="Google Shape;58;p11"/>
          <p:cNvSpPr txBox="1"/>
          <p:nvPr>
            <p:ph idx="2" type="title"/>
          </p:nvPr>
        </p:nvSpPr>
        <p:spPr>
          <a:xfrm>
            <a:off x="277050" y="709825"/>
            <a:ext cx="81852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59" name="Google Shape;59;p11"/>
          <p:cNvPicPr preferRelativeResize="0"/>
          <p:nvPr/>
        </p:nvPicPr>
        <p:blipFill>
          <a:blip r:embed="rId3">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p:cSld name="CUSTOM_36_3_1_1">
    <p:spTree>
      <p:nvGrpSpPr>
        <p:cNvPr id="60" name="Shape 60"/>
        <p:cNvGrpSpPr/>
        <p:nvPr/>
      </p:nvGrpSpPr>
      <p:grpSpPr>
        <a:xfrm>
          <a:off x="0" y="0"/>
          <a:ext cx="0" cy="0"/>
          <a:chOff x="0" y="0"/>
          <a:chExt cx="0" cy="0"/>
        </a:xfrm>
      </p:grpSpPr>
      <p:sp>
        <p:nvSpPr>
          <p:cNvPr id="61" name="Google Shape;61;p12"/>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2"/>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2"/>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64" name="Google Shape;64;p12"/>
          <p:cNvPicPr preferRelativeResize="0"/>
          <p:nvPr/>
        </p:nvPicPr>
        <p:blipFill>
          <a:blip r:embed="rId2">
            <a:alphaModFix/>
          </a:blip>
          <a:stretch>
            <a:fillRect/>
          </a:stretch>
        </p:blipFill>
        <p:spPr>
          <a:xfrm>
            <a:off x="5706725" y="1409175"/>
            <a:ext cx="1833099" cy="2129674"/>
          </a:xfrm>
          <a:prstGeom prst="rect">
            <a:avLst/>
          </a:prstGeom>
          <a:noFill/>
          <a:ln>
            <a:noFill/>
          </a:ln>
        </p:spPr>
      </p:pic>
      <p:pic>
        <p:nvPicPr>
          <p:cNvPr id="65" name="Google Shape;65;p12"/>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1 2">
  <p:cSld name="CUSTOM_36_3_1_1_2">
    <p:spTree>
      <p:nvGrpSpPr>
        <p:cNvPr id="66" name="Shape 66"/>
        <p:cNvGrpSpPr/>
        <p:nvPr/>
      </p:nvGrpSpPr>
      <p:grpSpPr>
        <a:xfrm>
          <a:off x="0" y="0"/>
          <a:ext cx="0" cy="0"/>
          <a:chOff x="0" y="0"/>
          <a:chExt cx="0" cy="0"/>
        </a:xfrm>
      </p:grpSpPr>
      <p:sp>
        <p:nvSpPr>
          <p:cNvPr id="67" name="Google Shape;67;p13"/>
          <p:cNvSpPr/>
          <p:nvPr/>
        </p:nvSpPr>
        <p:spPr>
          <a:xfrm>
            <a:off x="0" y="0"/>
            <a:ext cx="9159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3"/>
          <p:cNvSpPr/>
          <p:nvPr/>
        </p:nvSpPr>
        <p:spPr>
          <a:xfrm>
            <a:off x="5256475" y="1204950"/>
            <a:ext cx="2733600" cy="2733600"/>
          </a:xfrm>
          <a:prstGeom prst="ellipse">
            <a:avLst/>
          </a:prstGeom>
          <a:solidFill>
            <a:srgbClr val="FFFFFF"/>
          </a:solidFill>
          <a:ln cap="flat" cmpd="sng" w="7620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3"/>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70" name="Google Shape;70;p13"/>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71" name="Google Shape;71;p13"/>
          <p:cNvPicPr preferRelativeResize="0"/>
          <p:nvPr/>
        </p:nvPicPr>
        <p:blipFill>
          <a:blip r:embed="rId3">
            <a:alphaModFix/>
          </a:blip>
          <a:stretch>
            <a:fillRect/>
          </a:stretch>
        </p:blipFill>
        <p:spPr>
          <a:xfrm>
            <a:off x="5044550" y="1328775"/>
            <a:ext cx="2904250" cy="3391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arrollo - Título 2">
  <p:cSld name="CUSTOM_2_3_4">
    <p:spTree>
      <p:nvGrpSpPr>
        <p:cNvPr id="72" name="Shape 72"/>
        <p:cNvGrpSpPr/>
        <p:nvPr/>
      </p:nvGrpSpPr>
      <p:grpSpPr>
        <a:xfrm>
          <a:off x="0" y="0"/>
          <a:ext cx="0" cy="0"/>
          <a:chOff x="0" y="0"/>
          <a:chExt cx="0" cy="0"/>
        </a:xfrm>
      </p:grpSpPr>
      <p:sp>
        <p:nvSpPr>
          <p:cNvPr id="73" name="Google Shape;73;p14"/>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accent4"/>
              </a:buClr>
              <a:buSzPts val="4000"/>
              <a:buFont typeface="Roboto"/>
              <a:buNone/>
              <a:defRPr b="1" sz="4000">
                <a:solidFill>
                  <a:schemeClr val="accent4"/>
                </a:solidFill>
                <a:latin typeface="Roboto"/>
                <a:ea typeface="Roboto"/>
                <a:cs typeface="Roboto"/>
                <a:sym typeface="Roboto"/>
              </a:defRPr>
            </a:lvl1pPr>
            <a:lvl2pPr lvl="1"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rtl="0"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74" name="Google Shape;74;p14"/>
          <p:cNvPicPr preferRelativeResize="0"/>
          <p:nvPr/>
        </p:nvPicPr>
        <p:blipFill>
          <a:blip r:embed="rId2">
            <a:alphaModFix/>
          </a:blip>
          <a:stretch>
            <a:fillRect/>
          </a:stretch>
        </p:blipFill>
        <p:spPr>
          <a:xfrm>
            <a:off x="123949" y="4356400"/>
            <a:ext cx="1222874" cy="65482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p:cSld name="CUSTOM_36_1_1">
    <p:spTree>
      <p:nvGrpSpPr>
        <p:cNvPr id="75" name="Shape 75"/>
        <p:cNvGrpSpPr/>
        <p:nvPr/>
      </p:nvGrpSpPr>
      <p:grpSpPr>
        <a:xfrm>
          <a:off x="0" y="0"/>
          <a:ext cx="0" cy="0"/>
          <a:chOff x="0" y="0"/>
          <a:chExt cx="0" cy="0"/>
        </a:xfrm>
      </p:grpSpPr>
      <p:sp>
        <p:nvSpPr>
          <p:cNvPr id="76" name="Google Shape;76;p15"/>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5"/>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15"/>
          <p:cNvPicPr preferRelativeResize="0"/>
          <p:nvPr/>
        </p:nvPicPr>
        <p:blipFill rotWithShape="1">
          <a:blip r:embed="rId2">
            <a:alphaModFix/>
          </a:blip>
          <a:srcRect b="0" l="0" r="0" t="0"/>
          <a:stretch/>
        </p:blipFill>
        <p:spPr>
          <a:xfrm>
            <a:off x="5061838" y="1010313"/>
            <a:ext cx="3122875" cy="3122875"/>
          </a:xfrm>
          <a:prstGeom prst="rect">
            <a:avLst/>
          </a:prstGeom>
          <a:noFill/>
          <a:ln>
            <a:noFill/>
          </a:ln>
        </p:spPr>
      </p:pic>
      <p:sp>
        <p:nvSpPr>
          <p:cNvPr id="79" name="Google Shape;79;p15"/>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0" name="Google Shape;80;p15"/>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1">
  <p:cSld name="CUSTOM_36_3_1">
    <p:spTree>
      <p:nvGrpSpPr>
        <p:cNvPr id="81" name="Shape 81"/>
        <p:cNvGrpSpPr/>
        <p:nvPr/>
      </p:nvGrpSpPr>
      <p:grpSpPr>
        <a:xfrm>
          <a:off x="0" y="0"/>
          <a:ext cx="0" cy="0"/>
          <a:chOff x="0" y="0"/>
          <a:chExt cx="0" cy="0"/>
        </a:xfrm>
      </p:grpSpPr>
      <p:sp>
        <p:nvSpPr>
          <p:cNvPr id="82" name="Google Shape;82;p16"/>
          <p:cNvSpPr/>
          <p:nvPr/>
        </p:nvSpPr>
        <p:spPr>
          <a:xfrm>
            <a:off x="0" y="0"/>
            <a:ext cx="9159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5256475" y="1204950"/>
            <a:ext cx="2733600" cy="2733600"/>
          </a:xfrm>
          <a:prstGeom prst="ellipse">
            <a:avLst/>
          </a:prstGeom>
          <a:solidFill>
            <a:srgbClr val="FFFFFF"/>
          </a:solidFill>
          <a:ln cap="flat" cmpd="sng" w="762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txBox="1"/>
          <p:nvPr>
            <p:ph type="title"/>
          </p:nvPr>
        </p:nvSpPr>
        <p:spPr>
          <a:xfrm>
            <a:off x="275000" y="1204950"/>
            <a:ext cx="4929600" cy="26667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85" name="Google Shape;85;p16"/>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86" name="Google Shape;86;p16"/>
          <p:cNvPicPr preferRelativeResize="0"/>
          <p:nvPr/>
        </p:nvPicPr>
        <p:blipFill>
          <a:blip r:embed="rId3">
            <a:alphaModFix/>
          </a:blip>
          <a:stretch>
            <a:fillRect/>
          </a:stretch>
        </p:blipFill>
        <p:spPr>
          <a:xfrm>
            <a:off x="5864500" y="1204950"/>
            <a:ext cx="1738550" cy="254157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Desarrollo">
  <p:cSld name="CUSTOM_1_4_4_3_1">
    <p:spTree>
      <p:nvGrpSpPr>
        <p:cNvPr id="87" name="Shape 87"/>
        <p:cNvGrpSpPr/>
        <p:nvPr/>
      </p:nvGrpSpPr>
      <p:grpSpPr>
        <a:xfrm>
          <a:off x="0" y="0"/>
          <a:ext cx="0" cy="0"/>
          <a:chOff x="0" y="0"/>
          <a:chExt cx="0" cy="0"/>
        </a:xfrm>
      </p:grpSpPr>
      <p:sp>
        <p:nvSpPr>
          <p:cNvPr id="88" name="Google Shape;88;p17"/>
          <p:cNvSpPr txBox="1"/>
          <p:nvPr>
            <p:ph type="title"/>
          </p:nvPr>
        </p:nvSpPr>
        <p:spPr>
          <a:xfrm>
            <a:off x="277050" y="328825"/>
            <a:ext cx="8565600" cy="588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accent2"/>
              </a:buClr>
              <a:buSzPts val="2800"/>
              <a:buFont typeface="Roboto"/>
              <a:buNone/>
              <a:defRPr b="1">
                <a:solidFill>
                  <a:schemeClr val="accent2"/>
                </a:solidFill>
                <a:latin typeface="Roboto"/>
                <a:ea typeface="Roboto"/>
                <a:cs typeface="Roboto"/>
                <a:sym typeface="Roboto"/>
              </a:defRPr>
            </a:lvl1pPr>
            <a:lvl2pPr lvl="1" rtl="0" algn="l">
              <a:lnSpc>
                <a:spcPct val="100000"/>
              </a:lnSpc>
              <a:spcBef>
                <a:spcPts val="0"/>
              </a:spcBef>
              <a:spcAft>
                <a:spcPts val="0"/>
              </a:spcAft>
              <a:buClr>
                <a:schemeClr val="accent2"/>
              </a:buClr>
              <a:buSzPts val="2800"/>
              <a:buNone/>
              <a:defRPr>
                <a:solidFill>
                  <a:schemeClr val="accent2"/>
                </a:solidFill>
              </a:defRPr>
            </a:lvl2pPr>
            <a:lvl3pPr lvl="2" rtl="0" algn="l">
              <a:lnSpc>
                <a:spcPct val="100000"/>
              </a:lnSpc>
              <a:spcBef>
                <a:spcPts val="0"/>
              </a:spcBef>
              <a:spcAft>
                <a:spcPts val="0"/>
              </a:spcAft>
              <a:buClr>
                <a:schemeClr val="accent2"/>
              </a:buClr>
              <a:buSzPts val="2800"/>
              <a:buNone/>
              <a:defRPr>
                <a:solidFill>
                  <a:schemeClr val="accent2"/>
                </a:solidFill>
              </a:defRPr>
            </a:lvl3pPr>
            <a:lvl4pPr lvl="3" rtl="0" algn="l">
              <a:lnSpc>
                <a:spcPct val="100000"/>
              </a:lnSpc>
              <a:spcBef>
                <a:spcPts val="0"/>
              </a:spcBef>
              <a:spcAft>
                <a:spcPts val="0"/>
              </a:spcAft>
              <a:buClr>
                <a:schemeClr val="accent2"/>
              </a:buClr>
              <a:buSzPts val="2800"/>
              <a:buNone/>
              <a:defRPr>
                <a:solidFill>
                  <a:schemeClr val="accent2"/>
                </a:solidFill>
              </a:defRPr>
            </a:lvl4pPr>
            <a:lvl5pPr lvl="4" rtl="0" algn="l">
              <a:lnSpc>
                <a:spcPct val="100000"/>
              </a:lnSpc>
              <a:spcBef>
                <a:spcPts val="0"/>
              </a:spcBef>
              <a:spcAft>
                <a:spcPts val="0"/>
              </a:spcAft>
              <a:buClr>
                <a:schemeClr val="accent2"/>
              </a:buClr>
              <a:buSzPts val="2800"/>
              <a:buNone/>
              <a:defRPr>
                <a:solidFill>
                  <a:schemeClr val="accent2"/>
                </a:solidFill>
              </a:defRPr>
            </a:lvl5pPr>
            <a:lvl6pPr lvl="5" rtl="0" algn="l">
              <a:lnSpc>
                <a:spcPct val="100000"/>
              </a:lnSpc>
              <a:spcBef>
                <a:spcPts val="0"/>
              </a:spcBef>
              <a:spcAft>
                <a:spcPts val="0"/>
              </a:spcAft>
              <a:buClr>
                <a:schemeClr val="accent2"/>
              </a:buClr>
              <a:buSzPts val="2800"/>
              <a:buNone/>
              <a:defRPr>
                <a:solidFill>
                  <a:schemeClr val="accent2"/>
                </a:solidFill>
              </a:defRPr>
            </a:lvl6pPr>
            <a:lvl7pPr lvl="6" rtl="0" algn="l">
              <a:lnSpc>
                <a:spcPct val="100000"/>
              </a:lnSpc>
              <a:spcBef>
                <a:spcPts val="0"/>
              </a:spcBef>
              <a:spcAft>
                <a:spcPts val="0"/>
              </a:spcAft>
              <a:buClr>
                <a:schemeClr val="accent2"/>
              </a:buClr>
              <a:buSzPts val="2800"/>
              <a:buNone/>
              <a:defRPr>
                <a:solidFill>
                  <a:schemeClr val="accent2"/>
                </a:solidFill>
              </a:defRPr>
            </a:lvl7pPr>
            <a:lvl8pPr lvl="7" rtl="0" algn="l">
              <a:lnSpc>
                <a:spcPct val="100000"/>
              </a:lnSpc>
              <a:spcBef>
                <a:spcPts val="0"/>
              </a:spcBef>
              <a:spcAft>
                <a:spcPts val="0"/>
              </a:spcAft>
              <a:buClr>
                <a:schemeClr val="accent2"/>
              </a:buClr>
              <a:buSzPts val="2800"/>
              <a:buNone/>
              <a:defRPr>
                <a:solidFill>
                  <a:schemeClr val="accent2"/>
                </a:solidFill>
              </a:defRPr>
            </a:lvl8pPr>
            <a:lvl9pPr lvl="8" rtl="0" algn="l">
              <a:lnSpc>
                <a:spcPct val="100000"/>
              </a:lnSpc>
              <a:spcBef>
                <a:spcPts val="0"/>
              </a:spcBef>
              <a:spcAft>
                <a:spcPts val="0"/>
              </a:spcAft>
              <a:buClr>
                <a:schemeClr val="accent2"/>
              </a:buClr>
              <a:buSzPts val="2800"/>
              <a:buNone/>
              <a:defRPr>
                <a:solidFill>
                  <a:schemeClr val="accent2"/>
                </a:solidFill>
              </a:defRPr>
            </a:lvl9pPr>
          </a:lstStyle>
          <a:p/>
        </p:txBody>
      </p:sp>
      <p:sp>
        <p:nvSpPr>
          <p:cNvPr id="89" name="Google Shape;89;p17"/>
          <p:cNvSpPr txBox="1"/>
          <p:nvPr>
            <p:ph idx="1" type="body"/>
          </p:nvPr>
        </p:nvSpPr>
        <p:spPr>
          <a:xfrm>
            <a:off x="355016" y="1433725"/>
            <a:ext cx="8487300" cy="3030600"/>
          </a:xfrm>
          <a:prstGeom prst="rect">
            <a:avLst/>
          </a:prstGeom>
          <a:noFill/>
          <a:ln>
            <a:noFill/>
          </a:ln>
        </p:spPr>
        <p:txBody>
          <a:bodyPr anchorCtr="0" anchor="t" bIns="91425" lIns="91425" spcFirstLastPara="1" rIns="91425" wrap="square" tIns="91425">
            <a:normAutofit/>
          </a:bodyPr>
          <a:lstStyle>
            <a:lvl1pPr indent="-330200" lvl="0" marL="457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1pPr>
            <a:lvl2pPr indent="-330200" lvl="1" marL="914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2pPr>
            <a:lvl3pPr indent="-330200" lvl="2" marL="1371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3pPr>
            <a:lvl4pPr indent="-330200" lvl="3" marL="1828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4pPr>
            <a:lvl5pPr indent="-330200" lvl="4" marL="22860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5pPr>
            <a:lvl6pPr indent="-330200" lvl="5" marL="27432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6pPr>
            <a:lvl7pPr indent="-330200" lvl="6" marL="32004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7pPr>
            <a:lvl8pPr indent="-330200" lvl="7" marL="36576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8pPr>
            <a:lvl9pPr indent="-330200" lvl="8" marL="4114800" rtl="0" algn="l">
              <a:lnSpc>
                <a:spcPct val="115000"/>
              </a:lnSpc>
              <a:spcBef>
                <a:spcPts val="0"/>
              </a:spcBef>
              <a:spcAft>
                <a:spcPts val="0"/>
              </a:spcAft>
              <a:buClr>
                <a:schemeClr val="accent2"/>
              </a:buClr>
              <a:buSzPts val="1600"/>
              <a:buFont typeface="Roboto"/>
              <a:buChar char="■"/>
              <a:defRPr sz="1600">
                <a:solidFill>
                  <a:srgbClr val="434343"/>
                </a:solidFill>
                <a:latin typeface="Roboto"/>
                <a:ea typeface="Roboto"/>
                <a:cs typeface="Roboto"/>
                <a:sym typeface="Roboto"/>
              </a:defRPr>
            </a:lvl9pPr>
          </a:lstStyle>
          <a:p/>
        </p:txBody>
      </p:sp>
      <p:sp>
        <p:nvSpPr>
          <p:cNvPr id="90" name="Google Shape;90;p17"/>
          <p:cNvSpPr txBox="1"/>
          <p:nvPr>
            <p:ph idx="2" type="title"/>
          </p:nvPr>
        </p:nvSpPr>
        <p:spPr>
          <a:xfrm>
            <a:off x="277050" y="709825"/>
            <a:ext cx="8565600" cy="58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Font typeface="Roboto"/>
              <a:buNone/>
              <a:defRPr i="1" sz="1800">
                <a:solidFill>
                  <a:schemeClr val="dk2"/>
                </a:solidFill>
                <a:latin typeface="Roboto"/>
                <a:ea typeface="Roboto"/>
                <a:cs typeface="Roboto"/>
                <a:sym typeface="Roboto"/>
              </a:defRPr>
            </a:lvl1pPr>
            <a:lvl2pPr lvl="1" rtl="0" algn="l">
              <a:lnSpc>
                <a:spcPct val="100000"/>
              </a:lnSpc>
              <a:spcBef>
                <a:spcPts val="0"/>
              </a:spcBef>
              <a:spcAft>
                <a:spcPts val="0"/>
              </a:spcAft>
              <a:buClr>
                <a:schemeClr val="dk2"/>
              </a:buClr>
              <a:buSzPts val="1800"/>
              <a:buNone/>
              <a:defRPr i="1" sz="1800">
                <a:solidFill>
                  <a:schemeClr val="dk2"/>
                </a:solidFill>
              </a:defRPr>
            </a:lvl2pPr>
            <a:lvl3pPr lvl="2" rtl="0" algn="l">
              <a:lnSpc>
                <a:spcPct val="100000"/>
              </a:lnSpc>
              <a:spcBef>
                <a:spcPts val="0"/>
              </a:spcBef>
              <a:spcAft>
                <a:spcPts val="0"/>
              </a:spcAft>
              <a:buClr>
                <a:schemeClr val="dk2"/>
              </a:buClr>
              <a:buSzPts val="1800"/>
              <a:buNone/>
              <a:defRPr i="1" sz="1800">
                <a:solidFill>
                  <a:schemeClr val="dk2"/>
                </a:solidFill>
              </a:defRPr>
            </a:lvl3pPr>
            <a:lvl4pPr lvl="3" rtl="0" algn="l">
              <a:lnSpc>
                <a:spcPct val="100000"/>
              </a:lnSpc>
              <a:spcBef>
                <a:spcPts val="0"/>
              </a:spcBef>
              <a:spcAft>
                <a:spcPts val="0"/>
              </a:spcAft>
              <a:buClr>
                <a:schemeClr val="dk2"/>
              </a:buClr>
              <a:buSzPts val="1800"/>
              <a:buNone/>
              <a:defRPr i="1" sz="1800">
                <a:solidFill>
                  <a:schemeClr val="dk2"/>
                </a:solidFill>
              </a:defRPr>
            </a:lvl4pPr>
            <a:lvl5pPr lvl="4" rtl="0" algn="l">
              <a:lnSpc>
                <a:spcPct val="100000"/>
              </a:lnSpc>
              <a:spcBef>
                <a:spcPts val="0"/>
              </a:spcBef>
              <a:spcAft>
                <a:spcPts val="0"/>
              </a:spcAft>
              <a:buClr>
                <a:schemeClr val="dk2"/>
              </a:buClr>
              <a:buSzPts val="1800"/>
              <a:buNone/>
              <a:defRPr i="1" sz="1800">
                <a:solidFill>
                  <a:schemeClr val="dk2"/>
                </a:solidFill>
              </a:defRPr>
            </a:lvl5pPr>
            <a:lvl6pPr lvl="5" rtl="0" algn="l">
              <a:lnSpc>
                <a:spcPct val="100000"/>
              </a:lnSpc>
              <a:spcBef>
                <a:spcPts val="0"/>
              </a:spcBef>
              <a:spcAft>
                <a:spcPts val="0"/>
              </a:spcAft>
              <a:buClr>
                <a:schemeClr val="dk2"/>
              </a:buClr>
              <a:buSzPts val="1800"/>
              <a:buNone/>
              <a:defRPr i="1" sz="1800">
                <a:solidFill>
                  <a:schemeClr val="dk2"/>
                </a:solidFill>
              </a:defRPr>
            </a:lvl6pPr>
            <a:lvl7pPr lvl="6" rtl="0" algn="l">
              <a:lnSpc>
                <a:spcPct val="100000"/>
              </a:lnSpc>
              <a:spcBef>
                <a:spcPts val="0"/>
              </a:spcBef>
              <a:spcAft>
                <a:spcPts val="0"/>
              </a:spcAft>
              <a:buClr>
                <a:schemeClr val="dk2"/>
              </a:buClr>
              <a:buSzPts val="1800"/>
              <a:buNone/>
              <a:defRPr i="1" sz="1800">
                <a:solidFill>
                  <a:schemeClr val="dk2"/>
                </a:solidFill>
              </a:defRPr>
            </a:lvl7pPr>
            <a:lvl8pPr lvl="7" rtl="0" algn="l">
              <a:lnSpc>
                <a:spcPct val="100000"/>
              </a:lnSpc>
              <a:spcBef>
                <a:spcPts val="0"/>
              </a:spcBef>
              <a:spcAft>
                <a:spcPts val="0"/>
              </a:spcAft>
              <a:buClr>
                <a:schemeClr val="dk2"/>
              </a:buClr>
              <a:buSzPts val="1800"/>
              <a:buNone/>
              <a:defRPr i="1" sz="1800">
                <a:solidFill>
                  <a:schemeClr val="dk2"/>
                </a:solidFill>
              </a:defRPr>
            </a:lvl8pPr>
            <a:lvl9pPr lvl="8" rtl="0" algn="l">
              <a:lnSpc>
                <a:spcPct val="100000"/>
              </a:lnSpc>
              <a:spcBef>
                <a:spcPts val="0"/>
              </a:spcBef>
              <a:spcAft>
                <a:spcPts val="0"/>
              </a:spcAft>
              <a:buClr>
                <a:schemeClr val="dk2"/>
              </a:buClr>
              <a:buSzPts val="1800"/>
              <a:buNone/>
              <a:defRPr i="1" sz="1800">
                <a:solidFill>
                  <a:schemeClr val="dk2"/>
                </a:solidFill>
              </a:defRPr>
            </a:lvl9pPr>
          </a:lstStyle>
          <a:p/>
        </p:txBody>
      </p:sp>
      <p:pic>
        <p:nvPicPr>
          <p:cNvPr id="91" name="Google Shape;91;p17"/>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Título 2">
  <p:cSld name="CUSTOM_2_3">
    <p:spTree>
      <p:nvGrpSpPr>
        <p:cNvPr id="92" name="Shape 92"/>
        <p:cNvGrpSpPr/>
        <p:nvPr/>
      </p:nvGrpSpPr>
      <p:grpSpPr>
        <a:xfrm>
          <a:off x="0" y="0"/>
          <a:ext cx="0" cy="0"/>
          <a:chOff x="0" y="0"/>
          <a:chExt cx="0" cy="0"/>
        </a:xfrm>
      </p:grpSpPr>
      <p:sp>
        <p:nvSpPr>
          <p:cNvPr id="93" name="Google Shape;93;p18"/>
          <p:cNvSpPr txBox="1"/>
          <p:nvPr>
            <p:ph type="title"/>
          </p:nvPr>
        </p:nvSpPr>
        <p:spPr>
          <a:xfrm>
            <a:off x="311700" y="2285400"/>
            <a:ext cx="8520600" cy="572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2"/>
              </a:buClr>
              <a:buSzPts val="4000"/>
              <a:buFont typeface="Roboto"/>
              <a:buNone/>
              <a:defRPr b="1" sz="4000">
                <a:solidFill>
                  <a:schemeClr val="accent2"/>
                </a:solidFill>
                <a:latin typeface="Roboto"/>
                <a:ea typeface="Roboto"/>
                <a:cs typeface="Roboto"/>
                <a:sym typeface="Roboto"/>
              </a:defRPr>
            </a:lvl1pPr>
            <a:lvl2pPr lvl="1"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2pPr>
            <a:lvl3pPr lvl="2"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3pPr>
            <a:lvl4pPr lvl="3"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4pPr>
            <a:lvl5pPr lvl="4"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5pPr>
            <a:lvl6pPr lvl="5"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6pPr>
            <a:lvl7pPr lvl="6"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7pPr>
            <a:lvl8pPr lvl="7"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8pPr>
            <a:lvl9pPr lvl="8" algn="ctr">
              <a:lnSpc>
                <a:spcPct val="100000"/>
              </a:lnSpc>
              <a:spcBef>
                <a:spcPts val="0"/>
              </a:spcBef>
              <a:spcAft>
                <a:spcPts val="0"/>
              </a:spcAft>
              <a:buClr>
                <a:schemeClr val="accent1"/>
              </a:buClr>
              <a:buSzPts val="4000"/>
              <a:buFont typeface="Roboto"/>
              <a:buNone/>
              <a:defRPr b="1" sz="4000">
                <a:solidFill>
                  <a:schemeClr val="accent1"/>
                </a:solidFill>
                <a:latin typeface="Roboto"/>
                <a:ea typeface="Roboto"/>
                <a:cs typeface="Roboto"/>
                <a:sym typeface="Roboto"/>
              </a:defRPr>
            </a:lvl9pPr>
          </a:lstStyle>
          <a:p/>
        </p:txBody>
      </p:sp>
      <p:pic>
        <p:nvPicPr>
          <p:cNvPr id="94" name="Google Shape;94;p18"/>
          <p:cNvPicPr preferRelativeResize="0"/>
          <p:nvPr/>
        </p:nvPicPr>
        <p:blipFill>
          <a:blip r:embed="rId2">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 Próxima sesión">
  <p:cSld name="CUSTOM_3_1_1_1">
    <p:spTree>
      <p:nvGrpSpPr>
        <p:cNvPr id="95" name="Shape 95"/>
        <p:cNvGrpSpPr/>
        <p:nvPr/>
      </p:nvGrpSpPr>
      <p:grpSpPr>
        <a:xfrm>
          <a:off x="0" y="0"/>
          <a:ext cx="0" cy="0"/>
          <a:chOff x="0" y="0"/>
          <a:chExt cx="0" cy="0"/>
        </a:xfrm>
      </p:grpSpPr>
      <p:sp>
        <p:nvSpPr>
          <p:cNvPr id="96" name="Google Shape;96;p19"/>
          <p:cNvSpPr txBox="1"/>
          <p:nvPr>
            <p:ph type="title"/>
          </p:nvPr>
        </p:nvSpPr>
        <p:spPr>
          <a:xfrm>
            <a:off x="1419925" y="2481150"/>
            <a:ext cx="6093600" cy="14280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2"/>
              </a:buClr>
              <a:buSzPts val="1800"/>
              <a:buNone/>
              <a:defRPr b="0" i="1" sz="1800">
                <a:solidFill>
                  <a:schemeClr val="dk2"/>
                </a:solidFill>
              </a:defRPr>
            </a:lvl1pPr>
            <a:lvl2pPr lvl="1" rtl="0" algn="l">
              <a:lnSpc>
                <a:spcPct val="100000"/>
              </a:lnSpc>
              <a:spcBef>
                <a:spcPts val="0"/>
              </a:spcBef>
              <a:spcAft>
                <a:spcPts val="0"/>
              </a:spcAft>
              <a:buClr>
                <a:schemeClr val="dk2"/>
              </a:buClr>
              <a:buSzPts val="1800"/>
              <a:buNone/>
              <a:defRPr b="0" i="1" sz="1800">
                <a:solidFill>
                  <a:schemeClr val="dk2"/>
                </a:solidFill>
              </a:defRPr>
            </a:lvl2pPr>
            <a:lvl3pPr lvl="2" rtl="0" algn="l">
              <a:lnSpc>
                <a:spcPct val="100000"/>
              </a:lnSpc>
              <a:spcBef>
                <a:spcPts val="0"/>
              </a:spcBef>
              <a:spcAft>
                <a:spcPts val="0"/>
              </a:spcAft>
              <a:buClr>
                <a:schemeClr val="dk2"/>
              </a:buClr>
              <a:buSzPts val="1800"/>
              <a:buNone/>
              <a:defRPr b="0" i="1" sz="1800">
                <a:solidFill>
                  <a:schemeClr val="dk2"/>
                </a:solidFill>
              </a:defRPr>
            </a:lvl3pPr>
            <a:lvl4pPr lvl="3" rtl="0" algn="l">
              <a:lnSpc>
                <a:spcPct val="100000"/>
              </a:lnSpc>
              <a:spcBef>
                <a:spcPts val="0"/>
              </a:spcBef>
              <a:spcAft>
                <a:spcPts val="0"/>
              </a:spcAft>
              <a:buClr>
                <a:schemeClr val="dk2"/>
              </a:buClr>
              <a:buSzPts val="1800"/>
              <a:buNone/>
              <a:defRPr b="0" i="1" sz="1800">
                <a:solidFill>
                  <a:schemeClr val="dk2"/>
                </a:solidFill>
              </a:defRPr>
            </a:lvl4pPr>
            <a:lvl5pPr lvl="4" rtl="0" algn="l">
              <a:lnSpc>
                <a:spcPct val="100000"/>
              </a:lnSpc>
              <a:spcBef>
                <a:spcPts val="0"/>
              </a:spcBef>
              <a:spcAft>
                <a:spcPts val="0"/>
              </a:spcAft>
              <a:buClr>
                <a:schemeClr val="dk2"/>
              </a:buClr>
              <a:buSzPts val="1800"/>
              <a:buNone/>
              <a:defRPr b="0" i="1" sz="1800">
                <a:solidFill>
                  <a:schemeClr val="dk2"/>
                </a:solidFill>
              </a:defRPr>
            </a:lvl5pPr>
            <a:lvl6pPr lvl="5" rtl="0" algn="l">
              <a:lnSpc>
                <a:spcPct val="100000"/>
              </a:lnSpc>
              <a:spcBef>
                <a:spcPts val="0"/>
              </a:spcBef>
              <a:spcAft>
                <a:spcPts val="0"/>
              </a:spcAft>
              <a:buClr>
                <a:schemeClr val="dk2"/>
              </a:buClr>
              <a:buSzPts val="1800"/>
              <a:buNone/>
              <a:defRPr b="0" i="1" sz="1800">
                <a:solidFill>
                  <a:schemeClr val="dk2"/>
                </a:solidFill>
              </a:defRPr>
            </a:lvl6pPr>
            <a:lvl7pPr lvl="6" rtl="0" algn="l">
              <a:lnSpc>
                <a:spcPct val="100000"/>
              </a:lnSpc>
              <a:spcBef>
                <a:spcPts val="0"/>
              </a:spcBef>
              <a:spcAft>
                <a:spcPts val="0"/>
              </a:spcAft>
              <a:buClr>
                <a:schemeClr val="dk2"/>
              </a:buClr>
              <a:buSzPts val="1800"/>
              <a:buNone/>
              <a:defRPr b="0" i="1" sz="1800">
                <a:solidFill>
                  <a:schemeClr val="dk2"/>
                </a:solidFill>
              </a:defRPr>
            </a:lvl7pPr>
            <a:lvl8pPr lvl="7" rtl="0" algn="l">
              <a:lnSpc>
                <a:spcPct val="100000"/>
              </a:lnSpc>
              <a:spcBef>
                <a:spcPts val="0"/>
              </a:spcBef>
              <a:spcAft>
                <a:spcPts val="0"/>
              </a:spcAft>
              <a:buClr>
                <a:schemeClr val="dk2"/>
              </a:buClr>
              <a:buSzPts val="1800"/>
              <a:buNone/>
              <a:defRPr b="0" i="1" sz="1800">
                <a:solidFill>
                  <a:schemeClr val="dk2"/>
                </a:solidFill>
              </a:defRPr>
            </a:lvl8pPr>
            <a:lvl9pPr lvl="8" rtl="0" algn="l">
              <a:lnSpc>
                <a:spcPct val="100000"/>
              </a:lnSpc>
              <a:spcBef>
                <a:spcPts val="0"/>
              </a:spcBef>
              <a:spcAft>
                <a:spcPts val="0"/>
              </a:spcAft>
              <a:buClr>
                <a:schemeClr val="dk2"/>
              </a:buClr>
              <a:buSzPts val="1800"/>
              <a:buNone/>
              <a:defRPr b="0" i="1" sz="1800">
                <a:solidFill>
                  <a:schemeClr val="dk2"/>
                </a:solidFill>
              </a:defRPr>
            </a:lvl9pPr>
          </a:lstStyle>
          <a:p/>
        </p:txBody>
      </p:sp>
      <p:pic>
        <p:nvPicPr>
          <p:cNvPr id="97" name="Google Shape;97;p19"/>
          <p:cNvPicPr preferRelativeResize="0"/>
          <p:nvPr/>
        </p:nvPicPr>
        <p:blipFill rotWithShape="1">
          <a:blip r:embed="rId2">
            <a:alphaModFix amt="67000"/>
          </a:blip>
          <a:srcRect b="15640" l="29334" r="0" t="0"/>
          <a:stretch/>
        </p:blipFill>
        <p:spPr>
          <a:xfrm rot="5400000">
            <a:off x="6000749" y="2000274"/>
            <a:ext cx="4128650" cy="3377051"/>
          </a:xfrm>
          <a:prstGeom prst="rect">
            <a:avLst/>
          </a:prstGeom>
          <a:noFill/>
          <a:ln>
            <a:noFill/>
          </a:ln>
        </p:spPr>
      </p:pic>
      <p:pic>
        <p:nvPicPr>
          <p:cNvPr id="98" name="Google Shape;98;p19"/>
          <p:cNvPicPr preferRelativeResize="0"/>
          <p:nvPr/>
        </p:nvPicPr>
        <p:blipFill rotWithShape="1">
          <a:blip r:embed="rId2">
            <a:alphaModFix amt="67000"/>
          </a:blip>
          <a:srcRect b="15640" l="29334" r="0" t="0"/>
          <a:stretch/>
        </p:blipFill>
        <p:spPr>
          <a:xfrm rot="-5400000">
            <a:off x="-985400" y="-233800"/>
            <a:ext cx="4128650" cy="3377051"/>
          </a:xfrm>
          <a:prstGeom prst="rect">
            <a:avLst/>
          </a:prstGeom>
          <a:noFill/>
          <a:ln>
            <a:noFill/>
          </a:ln>
        </p:spPr>
      </p:pic>
      <p:sp>
        <p:nvSpPr>
          <p:cNvPr id="99" name="Google Shape;99;p19"/>
          <p:cNvSpPr txBox="1"/>
          <p:nvPr/>
        </p:nvSpPr>
        <p:spPr>
          <a:xfrm>
            <a:off x="1419925" y="1397150"/>
            <a:ext cx="6093600" cy="123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2800">
                <a:solidFill>
                  <a:schemeClr val="accent2"/>
                </a:solidFill>
                <a:latin typeface="Roboto"/>
                <a:ea typeface="Roboto"/>
                <a:cs typeface="Roboto"/>
                <a:sym typeface="Roboto"/>
              </a:rPr>
              <a:t>Próxima sesión…</a:t>
            </a:r>
            <a:endParaRPr b="1" sz="2800">
              <a:solidFill>
                <a:schemeClr val="accent2"/>
              </a:solidFill>
              <a:latin typeface="Roboto"/>
              <a:ea typeface="Roboto"/>
              <a:cs typeface="Roboto"/>
              <a:sym typeface="Roboto"/>
            </a:endParaRPr>
          </a:p>
        </p:txBody>
      </p:sp>
      <p:pic>
        <p:nvPicPr>
          <p:cNvPr id="100" name="Google Shape;100;p19"/>
          <p:cNvPicPr preferRelativeResize="0"/>
          <p:nvPr/>
        </p:nvPicPr>
        <p:blipFill>
          <a:blip r:embed="rId3">
            <a:alphaModFix/>
          </a:blip>
          <a:stretch>
            <a:fillRect/>
          </a:stretch>
        </p:blipFill>
        <p:spPr>
          <a:xfrm>
            <a:off x="127762" y="4358437"/>
            <a:ext cx="1215249" cy="6507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34 5 1">
  <p:cSld name="CUSTOM_36_4_1">
    <p:spTree>
      <p:nvGrpSpPr>
        <p:cNvPr id="101" name="Shape 101"/>
        <p:cNvGrpSpPr/>
        <p:nvPr/>
      </p:nvGrpSpPr>
      <p:grpSpPr>
        <a:xfrm>
          <a:off x="0" y="0"/>
          <a:ext cx="0" cy="0"/>
          <a:chOff x="0" y="0"/>
          <a:chExt cx="0" cy="0"/>
        </a:xfrm>
      </p:grpSpPr>
      <p:sp>
        <p:nvSpPr>
          <p:cNvPr id="102" name="Google Shape;102;p20"/>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3212700" y="595050"/>
            <a:ext cx="2733600" cy="2733600"/>
          </a:xfrm>
          <a:prstGeom prst="ellipse">
            <a:avLst/>
          </a:prstGeom>
          <a:solidFill>
            <a:srgbClr val="FFFFFF"/>
          </a:solidFill>
          <a:ln cap="flat" cmpd="sng" w="76200">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
          <p:cNvSpPr txBox="1"/>
          <p:nvPr>
            <p:ph type="title"/>
          </p:nvPr>
        </p:nvSpPr>
        <p:spPr>
          <a:xfrm>
            <a:off x="1185375" y="3328650"/>
            <a:ext cx="6767400" cy="15654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p:txBody>
      </p:sp>
      <p:pic>
        <p:nvPicPr>
          <p:cNvPr id="105" name="Google Shape;105;p20"/>
          <p:cNvPicPr preferRelativeResize="0"/>
          <p:nvPr/>
        </p:nvPicPr>
        <p:blipFill>
          <a:blip r:embed="rId2">
            <a:alphaModFix/>
          </a:blip>
          <a:stretch>
            <a:fillRect/>
          </a:stretch>
        </p:blipFill>
        <p:spPr>
          <a:xfrm>
            <a:off x="3406450" y="799225"/>
            <a:ext cx="2325251" cy="2325251"/>
          </a:xfrm>
          <a:prstGeom prst="rect">
            <a:avLst/>
          </a:prstGeom>
          <a:noFill/>
          <a:ln>
            <a:noFill/>
          </a:ln>
        </p:spPr>
      </p:pic>
      <p:pic>
        <p:nvPicPr>
          <p:cNvPr id="106" name="Google Shape;106;p20"/>
          <p:cNvPicPr preferRelativeResize="0"/>
          <p:nvPr/>
        </p:nvPicPr>
        <p:blipFill rotWithShape="1">
          <a:blip r:embed="rId3">
            <a:alphaModFix/>
          </a:blip>
          <a:srcRect b="0" l="0" r="0" t="0"/>
          <a:stretch/>
        </p:blipFill>
        <p:spPr>
          <a:xfrm>
            <a:off x="274988" y="4523625"/>
            <a:ext cx="920800" cy="3203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versatorio">
  <p:cSld name="CUSTOM_36_1_1_1">
    <p:spTree>
      <p:nvGrpSpPr>
        <p:cNvPr id="107" name="Shape 107"/>
        <p:cNvGrpSpPr/>
        <p:nvPr/>
      </p:nvGrpSpPr>
      <p:grpSpPr>
        <a:xfrm>
          <a:off x="0" y="0"/>
          <a:ext cx="0" cy="0"/>
          <a:chOff x="0" y="0"/>
          <a:chExt cx="0" cy="0"/>
        </a:xfrm>
      </p:grpSpPr>
      <p:sp>
        <p:nvSpPr>
          <p:cNvPr id="108" name="Google Shape;108;p21"/>
          <p:cNvSpPr/>
          <p:nvPr/>
        </p:nvSpPr>
        <p:spPr>
          <a:xfrm>
            <a:off x="0" y="0"/>
            <a:ext cx="9159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a:off x="5256475" y="1204950"/>
            <a:ext cx="2733600" cy="2733600"/>
          </a:xfrm>
          <a:prstGeom prst="ellipse">
            <a:avLst/>
          </a:prstGeom>
          <a:solidFill>
            <a:srgbClr val="FFFFFF"/>
          </a:solidFill>
          <a:ln cap="flat" cmpd="sng" w="7620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txBox="1"/>
          <p:nvPr>
            <p:ph type="title"/>
          </p:nvPr>
        </p:nvSpPr>
        <p:spPr>
          <a:xfrm>
            <a:off x="275000" y="533400"/>
            <a:ext cx="4227300" cy="39903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2800"/>
              <a:buNone/>
              <a:defRPr>
                <a:solidFill>
                  <a:schemeClr val="lt1"/>
                </a:solidFill>
              </a:defRPr>
            </a:lvl1pPr>
            <a:lvl2pPr lvl="1" rtl="0" algn="r">
              <a:lnSpc>
                <a:spcPct val="100000"/>
              </a:lnSpc>
              <a:spcBef>
                <a:spcPts val="0"/>
              </a:spcBef>
              <a:spcAft>
                <a:spcPts val="0"/>
              </a:spcAft>
              <a:buClr>
                <a:schemeClr val="lt1"/>
              </a:buClr>
              <a:buSzPts val="2800"/>
              <a:buNone/>
              <a:defRPr>
                <a:solidFill>
                  <a:schemeClr val="lt1"/>
                </a:solidFill>
              </a:defRPr>
            </a:lvl2pPr>
            <a:lvl3pPr lvl="2" rtl="0" algn="r">
              <a:lnSpc>
                <a:spcPct val="100000"/>
              </a:lnSpc>
              <a:spcBef>
                <a:spcPts val="0"/>
              </a:spcBef>
              <a:spcAft>
                <a:spcPts val="0"/>
              </a:spcAft>
              <a:buClr>
                <a:schemeClr val="lt1"/>
              </a:buClr>
              <a:buSzPts val="2800"/>
              <a:buNone/>
              <a:defRPr>
                <a:solidFill>
                  <a:schemeClr val="lt1"/>
                </a:solidFill>
              </a:defRPr>
            </a:lvl3pPr>
            <a:lvl4pPr lvl="3" rtl="0" algn="r">
              <a:lnSpc>
                <a:spcPct val="100000"/>
              </a:lnSpc>
              <a:spcBef>
                <a:spcPts val="0"/>
              </a:spcBef>
              <a:spcAft>
                <a:spcPts val="0"/>
              </a:spcAft>
              <a:buClr>
                <a:schemeClr val="lt1"/>
              </a:buClr>
              <a:buSzPts val="2800"/>
              <a:buNone/>
              <a:defRPr>
                <a:solidFill>
                  <a:schemeClr val="lt1"/>
                </a:solidFill>
              </a:defRPr>
            </a:lvl4pPr>
            <a:lvl5pPr lvl="4" rtl="0" algn="r">
              <a:lnSpc>
                <a:spcPct val="100000"/>
              </a:lnSpc>
              <a:spcBef>
                <a:spcPts val="0"/>
              </a:spcBef>
              <a:spcAft>
                <a:spcPts val="0"/>
              </a:spcAft>
              <a:buClr>
                <a:schemeClr val="lt1"/>
              </a:buClr>
              <a:buSzPts val="2800"/>
              <a:buNone/>
              <a:defRPr>
                <a:solidFill>
                  <a:schemeClr val="lt1"/>
                </a:solidFill>
              </a:defRPr>
            </a:lvl5pPr>
            <a:lvl6pPr lvl="5" rtl="0" algn="r">
              <a:lnSpc>
                <a:spcPct val="100000"/>
              </a:lnSpc>
              <a:spcBef>
                <a:spcPts val="0"/>
              </a:spcBef>
              <a:spcAft>
                <a:spcPts val="0"/>
              </a:spcAft>
              <a:buClr>
                <a:schemeClr val="lt1"/>
              </a:buClr>
              <a:buSzPts val="2800"/>
              <a:buNone/>
              <a:defRPr>
                <a:solidFill>
                  <a:schemeClr val="lt1"/>
                </a:solidFill>
              </a:defRPr>
            </a:lvl6pPr>
            <a:lvl7pPr lvl="6" rtl="0" algn="r">
              <a:lnSpc>
                <a:spcPct val="100000"/>
              </a:lnSpc>
              <a:spcBef>
                <a:spcPts val="0"/>
              </a:spcBef>
              <a:spcAft>
                <a:spcPts val="0"/>
              </a:spcAft>
              <a:buClr>
                <a:schemeClr val="lt1"/>
              </a:buClr>
              <a:buSzPts val="2800"/>
              <a:buNone/>
              <a:defRPr>
                <a:solidFill>
                  <a:schemeClr val="lt1"/>
                </a:solidFill>
              </a:defRPr>
            </a:lvl7pPr>
            <a:lvl8pPr lvl="7" rtl="0" algn="r">
              <a:lnSpc>
                <a:spcPct val="100000"/>
              </a:lnSpc>
              <a:spcBef>
                <a:spcPts val="0"/>
              </a:spcBef>
              <a:spcAft>
                <a:spcPts val="0"/>
              </a:spcAft>
              <a:buClr>
                <a:schemeClr val="lt1"/>
              </a:buClr>
              <a:buSzPts val="2800"/>
              <a:buNone/>
              <a:defRPr>
                <a:solidFill>
                  <a:schemeClr val="lt1"/>
                </a:solidFill>
              </a:defRPr>
            </a:lvl8pPr>
            <a:lvl9pPr lvl="8" rtl="0" algn="r">
              <a:lnSpc>
                <a:spcPct val="100000"/>
              </a:lnSpc>
              <a:spcBef>
                <a:spcPts val="0"/>
              </a:spcBef>
              <a:spcAft>
                <a:spcPts val="0"/>
              </a:spcAft>
              <a:buClr>
                <a:schemeClr val="lt1"/>
              </a:buClr>
              <a:buSzPts val="2800"/>
              <a:buNone/>
              <a:defRPr>
                <a:solidFill>
                  <a:schemeClr val="lt1"/>
                </a:solidFill>
              </a:defRPr>
            </a:lvl9pPr>
          </a:lstStyle>
          <a:p/>
        </p:txBody>
      </p:sp>
      <p:pic>
        <p:nvPicPr>
          <p:cNvPr id="111" name="Google Shape;111;p21"/>
          <p:cNvPicPr preferRelativeResize="0"/>
          <p:nvPr/>
        </p:nvPicPr>
        <p:blipFill rotWithShape="1">
          <a:blip r:embed="rId2">
            <a:alphaModFix/>
          </a:blip>
          <a:srcRect b="0" l="0" r="0" t="0"/>
          <a:stretch/>
        </p:blipFill>
        <p:spPr>
          <a:xfrm>
            <a:off x="274988" y="4523625"/>
            <a:ext cx="920800" cy="320375"/>
          </a:xfrm>
          <a:prstGeom prst="rect">
            <a:avLst/>
          </a:prstGeom>
          <a:noFill/>
          <a:ln>
            <a:noFill/>
          </a:ln>
        </p:spPr>
      </p:pic>
      <p:pic>
        <p:nvPicPr>
          <p:cNvPr id="112" name="Google Shape;112;p21"/>
          <p:cNvPicPr preferRelativeResize="0"/>
          <p:nvPr/>
        </p:nvPicPr>
        <p:blipFill>
          <a:blip r:embed="rId3">
            <a:alphaModFix/>
          </a:blip>
          <a:stretch>
            <a:fillRect/>
          </a:stretch>
        </p:blipFill>
        <p:spPr>
          <a:xfrm>
            <a:off x="4422086" y="1152903"/>
            <a:ext cx="4554772" cy="314249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slide">
  <p:cSld name="CUSTOM">
    <p:spTree>
      <p:nvGrpSpPr>
        <p:cNvPr id="113" name="Shape 113"/>
        <p:cNvGrpSpPr/>
        <p:nvPr/>
      </p:nvGrpSpPr>
      <p:grpSpPr>
        <a:xfrm>
          <a:off x="0" y="0"/>
          <a:ext cx="0" cy="0"/>
          <a:chOff x="0" y="0"/>
          <a:chExt cx="0" cy="0"/>
        </a:xfrm>
      </p:grpSpPr>
      <p:pic>
        <p:nvPicPr>
          <p:cNvPr id="114" name="Google Shape;114;p22"/>
          <p:cNvPicPr preferRelativeResize="0"/>
          <p:nvPr/>
        </p:nvPicPr>
        <p:blipFill rotWithShape="1">
          <a:blip r:embed="rId2">
            <a:alphaModFix/>
          </a:blip>
          <a:srcRect b="0" l="54072" r="0" t="0"/>
          <a:stretch/>
        </p:blipFill>
        <p:spPr>
          <a:xfrm>
            <a:off x="4752525" y="1805350"/>
            <a:ext cx="2036300" cy="789375"/>
          </a:xfrm>
          <a:prstGeom prst="rect">
            <a:avLst/>
          </a:prstGeom>
          <a:noFill/>
          <a:ln>
            <a:noFill/>
          </a:ln>
        </p:spPr>
      </p:pic>
      <p:sp>
        <p:nvSpPr>
          <p:cNvPr id="115" name="Google Shape;115;p22"/>
          <p:cNvSpPr/>
          <p:nvPr/>
        </p:nvSpPr>
        <p:spPr>
          <a:xfrm>
            <a:off x="-8700" y="4056550"/>
            <a:ext cx="9152700" cy="10869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2"/>
          <p:cNvSpPr/>
          <p:nvPr/>
        </p:nvSpPr>
        <p:spPr>
          <a:xfrm>
            <a:off x="-8700" y="4052450"/>
            <a:ext cx="9152700" cy="474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 name="Google Shape;117;p22">
            <a:hlinkClick r:id="rId3"/>
          </p:cNvPr>
          <p:cNvPicPr preferRelativeResize="0"/>
          <p:nvPr/>
        </p:nvPicPr>
        <p:blipFill>
          <a:blip r:embed="rId4">
            <a:alphaModFix/>
          </a:blip>
          <a:stretch>
            <a:fillRect/>
          </a:stretch>
        </p:blipFill>
        <p:spPr>
          <a:xfrm>
            <a:off x="5924509" y="4327950"/>
            <a:ext cx="448876" cy="448876"/>
          </a:xfrm>
          <a:prstGeom prst="rect">
            <a:avLst/>
          </a:prstGeom>
          <a:noFill/>
          <a:ln>
            <a:noFill/>
          </a:ln>
        </p:spPr>
      </p:pic>
      <p:pic>
        <p:nvPicPr>
          <p:cNvPr id="118" name="Google Shape;118;p22">
            <a:hlinkClick r:id="rId5"/>
          </p:cNvPr>
          <p:cNvPicPr preferRelativeResize="0"/>
          <p:nvPr/>
        </p:nvPicPr>
        <p:blipFill>
          <a:blip r:embed="rId6">
            <a:alphaModFix/>
          </a:blip>
          <a:stretch>
            <a:fillRect/>
          </a:stretch>
        </p:blipFill>
        <p:spPr>
          <a:xfrm>
            <a:off x="2770615" y="4327913"/>
            <a:ext cx="448876" cy="448908"/>
          </a:xfrm>
          <a:prstGeom prst="rect">
            <a:avLst/>
          </a:prstGeom>
          <a:noFill/>
          <a:ln>
            <a:noFill/>
          </a:ln>
        </p:spPr>
      </p:pic>
      <p:pic>
        <p:nvPicPr>
          <p:cNvPr id="119" name="Google Shape;119;p22">
            <a:hlinkClick r:id="rId7"/>
          </p:cNvPr>
          <p:cNvPicPr preferRelativeResize="0"/>
          <p:nvPr/>
        </p:nvPicPr>
        <p:blipFill>
          <a:blip r:embed="rId8">
            <a:alphaModFix/>
          </a:blip>
          <a:stretch>
            <a:fillRect/>
          </a:stretch>
        </p:blipFill>
        <p:spPr>
          <a:xfrm>
            <a:off x="3401403" y="4327922"/>
            <a:ext cx="448876" cy="448876"/>
          </a:xfrm>
          <a:prstGeom prst="rect">
            <a:avLst/>
          </a:prstGeom>
          <a:noFill/>
          <a:ln>
            <a:noFill/>
          </a:ln>
        </p:spPr>
      </p:pic>
      <p:pic>
        <p:nvPicPr>
          <p:cNvPr id="120" name="Google Shape;120;p22">
            <a:hlinkClick r:id="rId9"/>
          </p:cNvPr>
          <p:cNvPicPr preferRelativeResize="0"/>
          <p:nvPr/>
        </p:nvPicPr>
        <p:blipFill>
          <a:blip r:embed="rId10">
            <a:alphaModFix/>
          </a:blip>
          <a:stretch>
            <a:fillRect/>
          </a:stretch>
        </p:blipFill>
        <p:spPr>
          <a:xfrm>
            <a:off x="5293725" y="4327938"/>
            <a:ext cx="448876" cy="448876"/>
          </a:xfrm>
          <a:prstGeom prst="rect">
            <a:avLst/>
          </a:prstGeom>
          <a:noFill/>
          <a:ln>
            <a:noFill/>
          </a:ln>
        </p:spPr>
      </p:pic>
      <p:pic>
        <p:nvPicPr>
          <p:cNvPr id="121" name="Google Shape;121;p22">
            <a:hlinkClick r:id="rId11"/>
          </p:cNvPr>
          <p:cNvPicPr preferRelativeResize="0"/>
          <p:nvPr/>
        </p:nvPicPr>
        <p:blipFill>
          <a:blip r:embed="rId12">
            <a:alphaModFix/>
          </a:blip>
          <a:stretch>
            <a:fillRect/>
          </a:stretch>
        </p:blipFill>
        <p:spPr>
          <a:xfrm>
            <a:off x="4662953" y="4327928"/>
            <a:ext cx="448876" cy="448876"/>
          </a:xfrm>
          <a:prstGeom prst="rect">
            <a:avLst/>
          </a:prstGeom>
          <a:noFill/>
          <a:ln>
            <a:noFill/>
          </a:ln>
        </p:spPr>
      </p:pic>
      <p:pic>
        <p:nvPicPr>
          <p:cNvPr id="122" name="Google Shape;122;p22"/>
          <p:cNvPicPr preferRelativeResize="0"/>
          <p:nvPr/>
        </p:nvPicPr>
        <p:blipFill>
          <a:blip r:embed="rId13">
            <a:alphaModFix/>
          </a:blip>
          <a:stretch>
            <a:fillRect/>
          </a:stretch>
        </p:blipFill>
        <p:spPr>
          <a:xfrm>
            <a:off x="1799743" y="1397712"/>
            <a:ext cx="2996701" cy="1604659"/>
          </a:xfrm>
          <a:prstGeom prst="rect">
            <a:avLst/>
          </a:prstGeom>
          <a:noFill/>
          <a:ln>
            <a:noFill/>
          </a:ln>
        </p:spPr>
      </p:pic>
      <p:pic>
        <p:nvPicPr>
          <p:cNvPr id="123" name="Google Shape;123;p22">
            <a:hlinkClick r:id="rId14"/>
          </p:cNvPr>
          <p:cNvPicPr preferRelativeResize="0"/>
          <p:nvPr/>
        </p:nvPicPr>
        <p:blipFill>
          <a:blip r:embed="rId15">
            <a:alphaModFix/>
          </a:blip>
          <a:stretch>
            <a:fillRect/>
          </a:stretch>
        </p:blipFill>
        <p:spPr>
          <a:xfrm>
            <a:off x="4032175" y="4327937"/>
            <a:ext cx="448876" cy="4488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1420050" y="1455600"/>
            <a:ext cx="6303900" cy="1541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Introducción a Python</a:t>
            </a:r>
            <a:endParaRPr/>
          </a:p>
        </p:txBody>
      </p:sp>
      <p:sp>
        <p:nvSpPr>
          <p:cNvPr id="129" name="Google Shape;129;p23"/>
          <p:cNvSpPr txBox="1"/>
          <p:nvPr>
            <p:ph idx="2" type="title"/>
          </p:nvPr>
        </p:nvSpPr>
        <p:spPr>
          <a:xfrm>
            <a:off x="1420050" y="2903400"/>
            <a:ext cx="6303900" cy="78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Tipos de datos y variables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idx="1" type="body"/>
          </p:nvPr>
        </p:nvSpPr>
        <p:spPr>
          <a:xfrm>
            <a:off x="3536400" y="588197"/>
            <a:ext cx="3842700" cy="4070400"/>
          </a:xfrm>
          <a:prstGeom prst="rect">
            <a:avLst/>
          </a:prstGeom>
        </p:spPr>
        <p:txBody>
          <a:bodyPr anchorCtr="0" anchor="ctr" bIns="91425" lIns="91425" spcFirstLastPara="1" rIns="91425" wrap="square" tIns="91425">
            <a:normAutofit/>
          </a:bodyPr>
          <a:lstStyle/>
          <a:p>
            <a:pPr indent="-330200" lvl="0" marL="457200" rtl="0" algn="l">
              <a:spcBef>
                <a:spcPts val="0"/>
              </a:spcBef>
              <a:spcAft>
                <a:spcPts val="0"/>
              </a:spcAft>
              <a:buSzPts val="1600"/>
              <a:buChar char="●"/>
            </a:pPr>
            <a:r>
              <a:rPr lang="es-419"/>
              <a:t>Unidad 1: </a:t>
            </a:r>
            <a:endParaRPr/>
          </a:p>
          <a:p>
            <a:pPr indent="0" lvl="0" marL="457200" rtl="0" algn="l">
              <a:spcBef>
                <a:spcPts val="0"/>
              </a:spcBef>
              <a:spcAft>
                <a:spcPts val="0"/>
              </a:spcAft>
              <a:buNone/>
            </a:pPr>
            <a:r>
              <a:rPr lang="es-419"/>
              <a:t>Introducción a Python</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2: </a:t>
            </a:r>
            <a:endParaRPr/>
          </a:p>
          <a:p>
            <a:pPr indent="0" lvl="0" marL="457200" rtl="0" algn="l">
              <a:spcBef>
                <a:spcPts val="0"/>
              </a:spcBef>
              <a:spcAft>
                <a:spcPts val="0"/>
              </a:spcAft>
              <a:buNone/>
            </a:pPr>
            <a:r>
              <a:rPr lang="es-419"/>
              <a:t>Sentencias condicionales e iterativas</a:t>
            </a:r>
            <a:endParaRPr/>
          </a:p>
          <a:p>
            <a:pPr indent="0" lvl="0" marL="457200" rtl="0" algn="l">
              <a:spcBef>
                <a:spcPts val="0"/>
              </a:spcBef>
              <a:spcAft>
                <a:spcPts val="0"/>
              </a:spcAft>
              <a:buNone/>
            </a:pPr>
            <a:r>
              <a:t/>
            </a:r>
            <a:endParaRPr/>
          </a:p>
          <a:p>
            <a:pPr indent="-330200" lvl="0" marL="457200" rtl="0" algn="l">
              <a:spcBef>
                <a:spcPts val="0"/>
              </a:spcBef>
              <a:spcAft>
                <a:spcPts val="0"/>
              </a:spcAft>
              <a:buSzPts val="1600"/>
              <a:buChar char="●"/>
            </a:pPr>
            <a:r>
              <a:rPr lang="es-419"/>
              <a:t>Unidad 3: </a:t>
            </a:r>
            <a:endParaRPr/>
          </a:p>
          <a:p>
            <a:pPr indent="0" lvl="0" marL="457200" rtl="0" algn="l">
              <a:spcBef>
                <a:spcPts val="0"/>
              </a:spcBef>
              <a:spcAft>
                <a:spcPts val="0"/>
              </a:spcAft>
              <a:buNone/>
            </a:pPr>
            <a:r>
              <a:rPr lang="es-419"/>
              <a:t>Estructuras de datos y funciones</a:t>
            </a:r>
            <a:endParaRPr/>
          </a:p>
          <a:p>
            <a:pPr indent="0" lvl="0" marL="0" rtl="0" algn="l">
              <a:spcBef>
                <a:spcPts val="0"/>
              </a:spcBef>
              <a:spcAft>
                <a:spcPts val="0"/>
              </a:spcAft>
              <a:buClr>
                <a:schemeClr val="dk1"/>
              </a:buClr>
              <a:buSzPts val="1100"/>
              <a:buFont typeface="Arial"/>
              <a:buNone/>
            </a:pPr>
            <a:r>
              <a:t/>
            </a:r>
            <a:endParaRPr/>
          </a:p>
        </p:txBody>
      </p:sp>
      <p:sp>
        <p:nvSpPr>
          <p:cNvPr id="135" name="Google Shape;135;p24"/>
          <p:cNvSpPr txBox="1"/>
          <p:nvPr/>
        </p:nvSpPr>
        <p:spPr>
          <a:xfrm>
            <a:off x="7962050" y="1445060"/>
            <a:ext cx="1145100" cy="323100"/>
          </a:xfrm>
          <a:prstGeom prst="rect">
            <a:avLst/>
          </a:prstGeom>
          <a:solidFill>
            <a:srgbClr val="009EE3"/>
          </a:solidFill>
          <a:ln cap="flat" cmpd="sng" w="28575">
            <a:solidFill>
              <a:srgbClr val="009EE3"/>
            </a:solidFill>
            <a:prstDash val="dot"/>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1" lang="es-419" sz="900" u="none" cap="none" strike="noStrike">
                <a:solidFill>
                  <a:srgbClr val="FFFFFF"/>
                </a:solidFill>
                <a:latin typeface="Roboto"/>
                <a:ea typeface="Roboto"/>
                <a:cs typeface="Roboto"/>
                <a:sym typeface="Roboto"/>
              </a:rPr>
              <a:t>Te encuentras aquí</a:t>
            </a:r>
            <a:endParaRPr b="1" i="1" sz="900" u="none" cap="none" strike="noStrike">
              <a:solidFill>
                <a:srgbClr val="FFFFFF"/>
              </a:solidFill>
              <a:latin typeface="Roboto"/>
              <a:ea typeface="Roboto"/>
              <a:cs typeface="Roboto"/>
              <a:sym typeface="Roboto"/>
            </a:endParaRPr>
          </a:p>
        </p:txBody>
      </p:sp>
      <p:pic>
        <p:nvPicPr>
          <p:cNvPr id="136" name="Google Shape;136;p24"/>
          <p:cNvPicPr preferRelativeResize="0"/>
          <p:nvPr/>
        </p:nvPicPr>
        <p:blipFill rotWithShape="1">
          <a:blip r:embed="rId3">
            <a:alphaModFix/>
          </a:blip>
          <a:srcRect b="0" l="0" r="0" t="0"/>
          <a:stretch/>
        </p:blipFill>
        <p:spPr>
          <a:xfrm>
            <a:off x="7379100" y="1315135"/>
            <a:ext cx="582950" cy="582950"/>
          </a:xfrm>
          <a:prstGeom prst="rect">
            <a:avLst/>
          </a:prstGeom>
          <a:noFill/>
          <a:ln>
            <a:noFill/>
          </a:ln>
        </p:spPr>
      </p:pic>
      <p:sp>
        <p:nvSpPr>
          <p:cNvPr id="137" name="Google Shape;137;p24"/>
          <p:cNvSpPr txBox="1"/>
          <p:nvPr>
            <p:ph type="title"/>
          </p:nvPr>
        </p:nvSpPr>
        <p:spPr>
          <a:xfrm>
            <a:off x="162500" y="420475"/>
            <a:ext cx="3399900" cy="438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Distinguir los tipos de datos y sentencias básicas </a:t>
            </a:r>
            <a:endParaRPr/>
          </a:p>
          <a:p>
            <a:pPr indent="0" lvl="0" marL="0" rtl="0" algn="ctr">
              <a:spcBef>
                <a:spcPts val="0"/>
              </a:spcBef>
              <a:spcAft>
                <a:spcPts val="0"/>
              </a:spcAft>
              <a:buNone/>
            </a:pPr>
            <a:r>
              <a:rPr lang="es-419"/>
              <a:t>del lenguaje para la construcción de programas.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Char char="●"/>
            </a:pPr>
            <a:r>
              <a:rPr lang="es-419"/>
              <a:t>I</a:t>
            </a:r>
            <a:r>
              <a:rPr lang="es-419"/>
              <a:t>dentifica los tipos de datos que utiliza Python, y algunas formas básicas de manipularlos.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762350" y="1204950"/>
            <a:ext cx="42213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¿Qué entendemos por reglas de programación?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Tipos de datos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Tipos de datos nativos en Python</a:t>
            </a:r>
            <a:endParaRPr/>
          </a:p>
        </p:txBody>
      </p:sp>
      <p:sp>
        <p:nvSpPr>
          <p:cNvPr id="158" name="Google Shape;158;p2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Son distintas formas de mostrar información en el lenguaje.</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En Python son:</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s-419"/>
              <a:t>Valores numéricos</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s-419"/>
              <a:t>Strings</a:t>
            </a:r>
            <a:endParaRPr/>
          </a:p>
        </p:txBody>
      </p:sp>
      <p:sp>
        <p:nvSpPr>
          <p:cNvPr id="159" name="Google Shape;159;p28"/>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60" name="Google Shape;160;p28"/>
          <p:cNvPicPr preferRelativeResize="0"/>
          <p:nvPr/>
        </p:nvPicPr>
        <p:blipFill>
          <a:blip r:embed="rId3">
            <a:alphaModFix/>
          </a:blip>
          <a:stretch>
            <a:fillRect/>
          </a:stretch>
        </p:blipFill>
        <p:spPr>
          <a:xfrm>
            <a:off x="5793725" y="2380350"/>
            <a:ext cx="1932250" cy="1932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Valores numéricos</a:t>
            </a:r>
            <a:endParaRPr/>
          </a:p>
        </p:txBody>
      </p:sp>
      <p:sp>
        <p:nvSpPr>
          <p:cNvPr id="166" name="Google Shape;166;p29"/>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Integer</a:t>
            </a:r>
            <a:endParaRPr b="1"/>
          </a:p>
        </p:txBody>
      </p:sp>
      <p:sp>
        <p:nvSpPr>
          <p:cNvPr id="167" name="Google Shape;167;p29"/>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68" name="Google Shape;168;p29"/>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Floats</a:t>
            </a:r>
            <a:endParaRPr b="1"/>
          </a:p>
        </p:txBody>
      </p:sp>
      <p:sp>
        <p:nvSpPr>
          <p:cNvPr id="169" name="Google Shape;169;p29"/>
          <p:cNvSpPr txBox="1"/>
          <p:nvPr/>
        </p:nvSpPr>
        <p:spPr>
          <a:xfrm>
            <a:off x="420800" y="2129250"/>
            <a:ext cx="3000000" cy="15222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estos son valores integer</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27</a:t>
            </a:r>
            <a:r>
              <a:rPr lang="es-419" sz="1100">
                <a:solidFill>
                  <a:srgbClr val="444444"/>
                </a:solidFill>
                <a:latin typeface="Roboto Mono"/>
                <a:ea typeface="Roboto Mono"/>
                <a:cs typeface="Roboto Mono"/>
                <a:sym typeface="Roboto Mono"/>
              </a:rPr>
              <a:t>)</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-5</a:t>
            </a:r>
            <a:r>
              <a:rPr lang="es-419" sz="1100">
                <a:solidFill>
                  <a:srgbClr val="444444"/>
                </a:solidFill>
                <a:latin typeface="Roboto Mono"/>
                <a:ea typeface="Roboto Mono"/>
                <a:cs typeface="Roboto Mono"/>
                <a:sym typeface="Roboto Mono"/>
              </a:rPr>
              <a:t>)</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0</a:t>
            </a:r>
            <a:r>
              <a:rPr lang="es-419" sz="1100">
                <a:solidFill>
                  <a:srgbClr val="444444"/>
                </a:solidFill>
                <a:latin typeface="Roboto Mono"/>
                <a:ea typeface="Roboto Mono"/>
                <a:cs typeface="Roboto Mono"/>
                <a:sym typeface="Roboto Mono"/>
              </a:rPr>
              <a:t>)</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3</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7</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31</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7</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4</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8</a:t>
            </a:r>
            <a:r>
              <a:rPr lang="es-419" sz="1100">
                <a:solidFill>
                  <a:srgbClr val="444444"/>
                </a:solidFill>
                <a:latin typeface="Roboto Mono"/>
                <a:ea typeface="Roboto Mono"/>
                <a:cs typeface="Roboto Mono"/>
                <a:sym typeface="Roboto Mono"/>
              </a:rPr>
              <a:t>)</a:t>
            </a:r>
            <a:endParaRPr>
              <a:latin typeface="Roboto Mono"/>
              <a:ea typeface="Roboto Mono"/>
              <a:cs typeface="Roboto Mono"/>
              <a:sym typeface="Roboto Mono"/>
            </a:endParaRPr>
          </a:p>
        </p:txBody>
      </p:sp>
      <p:sp>
        <p:nvSpPr>
          <p:cNvPr id="170" name="Google Shape;170;p29"/>
          <p:cNvSpPr txBox="1"/>
          <p:nvPr/>
        </p:nvSpPr>
        <p:spPr>
          <a:xfrm>
            <a:off x="4698400" y="2129250"/>
            <a:ext cx="3000000" cy="17169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estos son valores float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27.6</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-5.9</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0.0</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3.2</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7.456</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31.5 </a:t>
            </a:r>
            <a:r>
              <a:rPr lang="es-419" sz="1100">
                <a:solidFill>
                  <a:srgbClr val="444444"/>
                </a:solidFill>
                <a:latin typeface="Roboto Mono"/>
                <a:ea typeface="Roboto Mono"/>
                <a:cs typeface="Roboto Mono"/>
                <a:sym typeface="Roboto Mono"/>
              </a:rPr>
              <a:t>- </a:t>
            </a:r>
            <a:r>
              <a:rPr lang="es-419" sz="1100">
                <a:solidFill>
                  <a:srgbClr val="880000"/>
                </a:solidFill>
                <a:latin typeface="Roboto Mono"/>
                <a:ea typeface="Roboto Mono"/>
                <a:cs typeface="Roboto Mono"/>
                <a:sym typeface="Roboto Mono"/>
              </a:rPr>
              <a:t>7.0</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4.190</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8.12</a:t>
            </a:r>
            <a:r>
              <a:rPr lang="es-419" sz="1100">
                <a:solidFill>
                  <a:srgbClr val="444444"/>
                </a:solidFill>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9.0</a:t>
            </a:r>
            <a:r>
              <a:rPr lang="es-419" sz="1100">
                <a:solidFill>
                  <a:srgbClr val="444444"/>
                </a:solidFill>
                <a:latin typeface="Roboto Mono"/>
                <a:ea typeface="Roboto Mono"/>
                <a:cs typeface="Roboto Mono"/>
                <a:sym typeface="Roboto Mono"/>
              </a:rPr>
              <a:t> / </a:t>
            </a:r>
            <a:r>
              <a:rPr lang="es-419" sz="1100">
                <a:solidFill>
                  <a:srgbClr val="880000"/>
                </a:solidFill>
                <a:latin typeface="Roboto Mono"/>
                <a:ea typeface="Roboto Mono"/>
                <a:cs typeface="Roboto Mono"/>
                <a:sym typeface="Roboto Mono"/>
              </a:rPr>
              <a:t>8.1</a:t>
            </a:r>
            <a:r>
              <a:rPr lang="es-419" sz="1100">
                <a:solidFill>
                  <a:srgbClr val="444444"/>
                </a:solidFill>
                <a:latin typeface="Roboto Mono"/>
                <a:ea typeface="Roboto Mono"/>
                <a:cs typeface="Roboto Mono"/>
                <a:sym typeface="Roboto Mono"/>
              </a:rPr>
              <a:t>)</a:t>
            </a:r>
            <a:endParaRPr>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275000" y="533400"/>
            <a:ext cx="4227300" cy="3990300"/>
          </a:xfrm>
          <a:prstGeom prst="rect">
            <a:avLst/>
          </a:prstGeom>
        </p:spPr>
        <p:txBody>
          <a:bodyPr anchorCtr="0" anchor="ctr" bIns="91425" lIns="91425" spcFirstLastPara="1" rIns="91425" wrap="square" tIns="91425">
            <a:normAutofit/>
          </a:bodyPr>
          <a:lstStyle/>
          <a:p>
            <a:pPr indent="-356870" lvl="0" marL="457200" rtl="0" algn="l">
              <a:spcBef>
                <a:spcPts val="0"/>
              </a:spcBef>
              <a:spcAft>
                <a:spcPts val="0"/>
              </a:spcAft>
              <a:buSzPts val="2020"/>
              <a:buChar char="●"/>
            </a:pPr>
            <a:r>
              <a:rPr lang="es-419" sz="2020"/>
              <a:t>El separador decimal en Python es un “.”</a:t>
            </a:r>
            <a:endParaRPr sz="2020"/>
          </a:p>
          <a:p>
            <a:pPr indent="0" lvl="0" marL="0" rtl="0" algn="l">
              <a:spcBef>
                <a:spcPts val="0"/>
              </a:spcBef>
              <a:spcAft>
                <a:spcPts val="0"/>
              </a:spcAft>
              <a:buClr>
                <a:schemeClr val="dk1"/>
              </a:buClr>
              <a:buSzPts val="990"/>
              <a:buFont typeface="Arial"/>
              <a:buNone/>
            </a:pPr>
            <a:r>
              <a:t/>
            </a:r>
            <a:endParaRPr sz="2020"/>
          </a:p>
          <a:p>
            <a:pPr indent="-356870" lvl="0" marL="457200" rtl="0" algn="l">
              <a:spcBef>
                <a:spcPts val="0"/>
              </a:spcBef>
              <a:spcAft>
                <a:spcPts val="0"/>
              </a:spcAft>
              <a:buSzPts val="2020"/>
              <a:buChar char="●"/>
            </a:pPr>
            <a:r>
              <a:rPr lang="es-419" sz="2020"/>
              <a:t>Cualquier operación de división entre integers, en Python el resultado será un float incluso si el resultado resulta en un valor entero. Ejemplo: 5.0 // 2 es 2.0 </a:t>
            </a:r>
            <a:endParaRPr sz="20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275000" y="533400"/>
            <a:ext cx="4227300" cy="3990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2000"/>
              <a:t>E</a:t>
            </a:r>
            <a:r>
              <a:rPr lang="es-419" sz="2000"/>
              <a:t>s posible realizar operaciones matemáticas combinando integers y float de manera válida como se muestra a continuación:</a:t>
            </a:r>
            <a:endParaRPr sz="2000"/>
          </a:p>
          <a:p>
            <a:pPr indent="0" lvl="0" marL="0" rtl="0" algn="ctr">
              <a:spcBef>
                <a:spcPts val="0"/>
              </a:spcBef>
              <a:spcAft>
                <a:spcPts val="0"/>
              </a:spcAft>
              <a:buNone/>
            </a:pPr>
            <a:r>
              <a:t/>
            </a:r>
            <a:endParaRPr sz="2000"/>
          </a:p>
          <a:p>
            <a:pPr indent="0" lvl="0" marL="0" rtl="0" algn="ctr">
              <a:spcBef>
                <a:spcPts val="0"/>
              </a:spcBef>
              <a:spcAft>
                <a:spcPts val="0"/>
              </a:spcAft>
              <a:buClr>
                <a:schemeClr val="dk1"/>
              </a:buClr>
              <a:buSzPts val="1100"/>
              <a:buFont typeface="Arial"/>
              <a:buNone/>
            </a:pPr>
            <a:r>
              <a:rPr lang="es-419" sz="2000"/>
              <a:t>print(3.5 + 12)</a:t>
            </a:r>
            <a:endParaRPr sz="2000"/>
          </a:p>
          <a:p>
            <a:pPr indent="0" lvl="0" marL="0" rtl="0" algn="ctr">
              <a:spcBef>
                <a:spcPts val="0"/>
              </a:spcBef>
              <a:spcAft>
                <a:spcPts val="0"/>
              </a:spcAft>
              <a:buNone/>
            </a:pPr>
            <a:r>
              <a:rPr lang="es-419" sz="2000"/>
              <a:t>print(20 * 45.6)</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Strings</a:t>
            </a:r>
            <a:endParaRPr/>
          </a:p>
        </p:txBody>
      </p:sp>
      <p:sp>
        <p:nvSpPr>
          <p:cNvPr id="186" name="Google Shape;186;p32"/>
          <p:cNvSpPr txBox="1"/>
          <p:nvPr>
            <p:ph idx="1" type="body"/>
          </p:nvPr>
        </p:nvSpPr>
        <p:spPr>
          <a:xfrm>
            <a:off x="355000" y="1433725"/>
            <a:ext cx="4113000" cy="30306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lang="es-419"/>
              <a:t>S</a:t>
            </a:r>
            <a:r>
              <a:rPr lang="es-419"/>
              <a:t>on elementos encerrados entre comilla simple (‘) o comilla doble (“). </a:t>
            </a:r>
            <a:endParaRPr/>
          </a:p>
          <a:p>
            <a:pPr indent="-330200" lvl="0" marL="457200" rtl="0" algn="l">
              <a:spcBef>
                <a:spcPts val="0"/>
              </a:spcBef>
              <a:spcAft>
                <a:spcPts val="0"/>
              </a:spcAft>
              <a:buSzPts val="1600"/>
              <a:buChar char="●"/>
            </a:pPr>
            <a:r>
              <a:rPr lang="es-419"/>
              <a:t>Para definirse como un string válido, la comilla al inicio y al final debe ser la misma. </a:t>
            </a:r>
            <a:endParaRPr/>
          </a:p>
          <a:p>
            <a:pPr indent="-330200" lvl="0" marL="457200" rtl="0" algn="l">
              <a:spcBef>
                <a:spcPts val="0"/>
              </a:spcBef>
              <a:spcAft>
                <a:spcPts val="0"/>
              </a:spcAft>
              <a:buSzPts val="1600"/>
              <a:buChar char="●"/>
            </a:pPr>
            <a:r>
              <a:rPr lang="es-419"/>
              <a:t>Normalmente, un string es un texto, o una etiqueta como nuestros nombres de pila, pero también podría contener caracteres numéricos, sin embargo no se podrán realizar operaciones matemáticas con estos últimos. </a:t>
            </a:r>
            <a:endParaRPr/>
          </a:p>
        </p:txBody>
      </p:sp>
      <p:sp>
        <p:nvSpPr>
          <p:cNvPr id="187" name="Google Shape;187;p32"/>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88" name="Google Shape;188;p32"/>
          <p:cNvSpPr txBox="1"/>
          <p:nvPr>
            <p:ph idx="3" type="body"/>
          </p:nvPr>
        </p:nvSpPr>
        <p:spPr>
          <a:xfrm>
            <a:off x="4698400" y="1433725"/>
            <a:ext cx="4113000" cy="3030600"/>
          </a:xfrm>
          <a:prstGeom prst="rect">
            <a:avLst/>
          </a:prstGeom>
          <a:solidFill>
            <a:srgbClr val="EFEFEF"/>
          </a:solidFill>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419" sz="1100">
                <a:solidFill>
                  <a:srgbClr val="888888"/>
                </a:solidFill>
                <a:latin typeface="Roboto Mono"/>
                <a:ea typeface="Roboto Mono"/>
                <a:cs typeface="Roboto Mono"/>
                <a:sym typeface="Roboto Mono"/>
              </a:rPr>
              <a:t># estos son valores string</a:t>
            </a:r>
            <a:endParaRPr sz="11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'hola'</a:t>
            </a:r>
            <a:r>
              <a:rPr lang="es-419" sz="1100">
                <a:solidFill>
                  <a:srgbClr val="444444"/>
                </a:solidFill>
                <a:latin typeface="Roboto Mono"/>
                <a:ea typeface="Roboto Mono"/>
                <a:cs typeface="Roboto Mono"/>
                <a:sym typeface="Roboto Mono"/>
              </a:rPr>
              <a:t>)</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"150"</a:t>
            </a:r>
            <a:r>
              <a:rPr lang="es-419" sz="1100">
                <a:solidFill>
                  <a:srgbClr val="444444"/>
                </a:solidFill>
                <a:latin typeface="Roboto Mono"/>
                <a:ea typeface="Roboto Mono"/>
                <a:cs typeface="Roboto Mono"/>
                <a:sym typeface="Roboto Mono"/>
              </a:rPr>
              <a:t>)</a:t>
            </a:r>
            <a:endParaRPr sz="1100">
              <a:solidFill>
                <a:srgbClr val="880000"/>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'este es un texto más largo'</a:t>
            </a:r>
            <a:r>
              <a:rPr lang="es-419" sz="1100">
                <a:solidFill>
                  <a:srgbClr val="444444"/>
                </a:solidFill>
                <a:latin typeface="Roboto Mono"/>
                <a:ea typeface="Roboto Mono"/>
                <a:cs typeface="Roboto Mono"/>
                <a:sym typeface="Roboto Mono"/>
              </a:rPr>
              <a:t>)</a:t>
            </a:r>
            <a:endParaRPr>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Strings</a:t>
            </a:r>
            <a:endParaRPr/>
          </a:p>
        </p:txBody>
      </p:sp>
      <p:sp>
        <p:nvSpPr>
          <p:cNvPr id="194" name="Google Shape;194;p33"/>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Concatenación</a:t>
            </a:r>
            <a:endParaRPr b="1"/>
          </a:p>
        </p:txBody>
      </p:sp>
      <p:sp>
        <p:nvSpPr>
          <p:cNvPr id="195" name="Google Shape;195;p33"/>
          <p:cNvSpPr txBox="1"/>
          <p:nvPr>
            <p:ph idx="2" type="title"/>
          </p:nvPr>
        </p:nvSpPr>
        <p:spPr>
          <a:xfrm>
            <a:off x="277050" y="709825"/>
            <a:ext cx="8563800" cy="58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a:t>
            </a:r>
            <a:r>
              <a:rPr lang="es-419"/>
              <a:t>as operaciones matemáticas entre un valor numérico y un string no son válidas. </a:t>
            </a:r>
            <a:endParaRPr/>
          </a:p>
          <a:p>
            <a:pPr indent="0" lvl="0" marL="0" rtl="0" algn="l">
              <a:spcBef>
                <a:spcPts val="0"/>
              </a:spcBef>
              <a:spcAft>
                <a:spcPts val="0"/>
              </a:spcAft>
              <a:buNone/>
            </a:pPr>
            <a:r>
              <a:rPr lang="es-419"/>
              <a:t>Pero los strings sí tienen otras operaciones válidas.</a:t>
            </a:r>
            <a:endParaRPr/>
          </a:p>
        </p:txBody>
      </p:sp>
      <p:sp>
        <p:nvSpPr>
          <p:cNvPr id="196" name="Google Shape;196;p33"/>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Duplicación</a:t>
            </a:r>
            <a:endParaRPr b="1"/>
          </a:p>
        </p:txBody>
      </p:sp>
      <p:sp>
        <p:nvSpPr>
          <p:cNvPr id="197" name="Google Shape;197;p33"/>
          <p:cNvSpPr txBox="1"/>
          <p:nvPr/>
        </p:nvSpPr>
        <p:spPr>
          <a:xfrm>
            <a:off x="355000" y="2005350"/>
            <a:ext cx="3984000" cy="743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Concatenación</a:t>
            </a:r>
            <a:br>
              <a:rPr lang="es-419" sz="1100">
                <a:solidFill>
                  <a:srgbClr val="444444"/>
                </a:solidFill>
                <a:latin typeface="Roboto Mono"/>
                <a:ea typeface="Roboto Mono"/>
                <a:cs typeface="Roboto Mono"/>
                <a:sym typeface="Roboto Mono"/>
              </a:rPr>
            </a:b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"Carlos" + "Santana"</a:t>
            </a:r>
            <a:r>
              <a:rPr lang="es-419" sz="1100">
                <a:solidFill>
                  <a:srgbClr val="444444"/>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CarlosSantana</a:t>
            </a:r>
            <a:endParaRPr sz="1100">
              <a:solidFill>
                <a:srgbClr val="888888"/>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100">
                <a:solidFill>
                  <a:srgbClr val="444444"/>
                </a:solidFill>
                <a:latin typeface="Roboto Mono"/>
                <a:ea typeface="Roboto Mono"/>
                <a:cs typeface="Roboto Mono"/>
                <a:sym typeface="Roboto Mono"/>
              </a:rPr>
              <a:t>print</a:t>
            </a:r>
            <a:r>
              <a:rPr lang="es-419" sz="1100">
                <a:solidFill>
                  <a:srgbClr val="444444"/>
                </a:solidFill>
                <a:latin typeface="Roboto Mono"/>
                <a:ea typeface="Roboto Mono"/>
                <a:cs typeface="Roboto Mono"/>
                <a:sym typeface="Roboto Mono"/>
              </a:rPr>
              <a:t>(</a:t>
            </a:r>
            <a:r>
              <a:rPr lang="es-419" sz="1100">
                <a:solidFill>
                  <a:srgbClr val="880000"/>
                </a:solidFill>
                <a:latin typeface="Roboto Mono"/>
                <a:ea typeface="Roboto Mono"/>
                <a:cs typeface="Roboto Mono"/>
                <a:sym typeface="Roboto Mono"/>
              </a:rPr>
              <a:t>"Carlos " + "Santana"</a:t>
            </a:r>
            <a:r>
              <a:rPr lang="es-419" sz="1100">
                <a:solidFill>
                  <a:srgbClr val="444444"/>
                </a:solidFill>
                <a:latin typeface="Roboto Mono"/>
                <a:ea typeface="Roboto Mono"/>
                <a:cs typeface="Roboto Mono"/>
                <a:sym typeface="Roboto Mono"/>
              </a:rPr>
              <a:t>) </a:t>
            </a:r>
            <a:r>
              <a:rPr lang="es-419" sz="1100">
                <a:solidFill>
                  <a:srgbClr val="888888"/>
                </a:solidFill>
                <a:latin typeface="Roboto Mono"/>
                <a:ea typeface="Roboto Mono"/>
                <a:cs typeface="Roboto Mono"/>
                <a:sym typeface="Roboto Mono"/>
              </a:rPr>
              <a:t># Carlos Santana</a:t>
            </a:r>
            <a:endParaRPr>
              <a:latin typeface="Roboto Mono"/>
              <a:ea typeface="Roboto Mono"/>
              <a:cs typeface="Roboto Mono"/>
              <a:sym typeface="Roboto Mono"/>
            </a:endParaRPr>
          </a:p>
        </p:txBody>
      </p:sp>
      <p:sp>
        <p:nvSpPr>
          <p:cNvPr id="198" name="Google Shape;198;p33"/>
          <p:cNvSpPr txBox="1"/>
          <p:nvPr/>
        </p:nvSpPr>
        <p:spPr>
          <a:xfrm>
            <a:off x="355000" y="2919750"/>
            <a:ext cx="3984000" cy="548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8888"/>
                </a:solidFill>
                <a:latin typeface="Roboto Mono"/>
                <a:ea typeface="Roboto Mono"/>
                <a:cs typeface="Roboto Mono"/>
                <a:sym typeface="Roboto Mono"/>
              </a:rPr>
              <a:t># Concatenación</a:t>
            </a:r>
            <a:br>
              <a:rPr lang="es-419" sz="1100">
                <a:solidFill>
                  <a:srgbClr val="444444"/>
                </a:solidFill>
                <a:latin typeface="Roboto Mono"/>
                <a:ea typeface="Roboto Mono"/>
                <a:cs typeface="Roboto Mono"/>
                <a:sym typeface="Roboto Mono"/>
              </a:rPr>
            </a:br>
            <a:r>
              <a:rPr b="1" lang="es-419" sz="1100">
                <a:solidFill>
                  <a:srgbClr val="444444"/>
                </a:solidFill>
                <a:highlight>
                  <a:srgbClr val="F0F0F0"/>
                </a:highlight>
                <a:latin typeface="Roboto Mono"/>
                <a:ea typeface="Roboto Mono"/>
                <a:cs typeface="Roboto Mono"/>
                <a:sym typeface="Roboto Mono"/>
              </a:rPr>
              <a:t>print</a:t>
            </a:r>
            <a:r>
              <a:rPr lang="es-419" sz="1100">
                <a:solidFill>
                  <a:srgbClr val="444444"/>
                </a:solidFill>
                <a:highlight>
                  <a:srgbClr val="F0F0F0"/>
                </a:highlight>
                <a:latin typeface="Roboto Mono"/>
                <a:ea typeface="Roboto Mono"/>
                <a:cs typeface="Roboto Mono"/>
                <a:sym typeface="Roboto Mono"/>
              </a:rPr>
              <a:t>(</a:t>
            </a:r>
            <a:r>
              <a:rPr lang="es-419" sz="1100">
                <a:solidFill>
                  <a:srgbClr val="880000"/>
                </a:solidFill>
                <a:highlight>
                  <a:srgbClr val="F0F0F0"/>
                </a:highlight>
                <a:latin typeface="Roboto Mono"/>
                <a:ea typeface="Roboto Mono"/>
                <a:cs typeface="Roboto Mono"/>
                <a:sym typeface="Roboto Mono"/>
              </a:rPr>
              <a:t>"15" + "23"</a:t>
            </a:r>
            <a:r>
              <a:rPr lang="es-419" sz="1100">
                <a:solidFill>
                  <a:srgbClr val="444444"/>
                </a:solidFill>
                <a:highlight>
                  <a:srgbClr val="F0F0F0"/>
                </a:highlight>
                <a:latin typeface="Roboto Mono"/>
                <a:ea typeface="Roboto Mono"/>
                <a:cs typeface="Roboto Mono"/>
                <a:sym typeface="Roboto Mono"/>
              </a:rPr>
              <a:t>) </a:t>
            </a:r>
            <a:r>
              <a:rPr lang="es-419" sz="1100">
                <a:solidFill>
                  <a:srgbClr val="888888"/>
                </a:solidFill>
                <a:highlight>
                  <a:srgbClr val="F0F0F0"/>
                </a:highlight>
                <a:latin typeface="Roboto Mono"/>
                <a:ea typeface="Roboto Mono"/>
                <a:cs typeface="Roboto Mono"/>
                <a:sym typeface="Roboto Mono"/>
              </a:rPr>
              <a:t># esto resulta en 1523</a:t>
            </a:r>
            <a:endParaRPr>
              <a:latin typeface="Roboto Mono"/>
              <a:ea typeface="Roboto Mono"/>
              <a:cs typeface="Roboto Mono"/>
              <a:sym typeface="Roboto Mono"/>
            </a:endParaRPr>
          </a:p>
        </p:txBody>
      </p:sp>
      <p:sp>
        <p:nvSpPr>
          <p:cNvPr id="199" name="Google Shape;199;p33"/>
          <p:cNvSpPr txBox="1"/>
          <p:nvPr/>
        </p:nvSpPr>
        <p:spPr>
          <a:xfrm>
            <a:off x="4698400" y="2005350"/>
            <a:ext cx="3939600" cy="743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8888"/>
                </a:solidFill>
                <a:highlight>
                  <a:srgbClr val="F0F0F0"/>
                </a:highlight>
                <a:latin typeface="Roboto Mono"/>
                <a:ea typeface="Roboto Mono"/>
                <a:cs typeface="Roboto Mono"/>
                <a:sym typeface="Roboto Mono"/>
              </a:rPr>
              <a:t># Duplicación</a:t>
            </a:r>
            <a:br>
              <a:rPr lang="es-419" sz="1100">
                <a:solidFill>
                  <a:srgbClr val="444444"/>
                </a:solidFill>
                <a:highlight>
                  <a:srgbClr val="F0F0F0"/>
                </a:highlight>
                <a:latin typeface="Roboto Mono"/>
                <a:ea typeface="Roboto Mono"/>
                <a:cs typeface="Roboto Mono"/>
                <a:sym typeface="Roboto Mono"/>
              </a:rPr>
            </a:br>
            <a:r>
              <a:rPr lang="es-419" sz="1100">
                <a:solidFill>
                  <a:srgbClr val="444444"/>
                </a:solidFill>
                <a:highlight>
                  <a:srgbClr val="F0F0F0"/>
                </a:highlight>
                <a:latin typeface="Roboto Mono"/>
                <a:ea typeface="Roboto Mono"/>
                <a:cs typeface="Roboto Mono"/>
                <a:sym typeface="Roboto Mono"/>
              </a:rPr>
              <a:t>print(</a:t>
            </a:r>
            <a:r>
              <a:rPr lang="es-419" sz="1100">
                <a:solidFill>
                  <a:srgbClr val="880000"/>
                </a:solidFill>
                <a:highlight>
                  <a:srgbClr val="F0F0F0"/>
                </a:highlight>
                <a:latin typeface="Roboto Mono"/>
                <a:ea typeface="Roboto Mono"/>
                <a:cs typeface="Roboto Mono"/>
                <a:sym typeface="Roboto Mono"/>
              </a:rPr>
              <a:t>3</a:t>
            </a:r>
            <a:r>
              <a:rPr lang="es-419" sz="1100">
                <a:solidFill>
                  <a:srgbClr val="444444"/>
                </a:solidFill>
                <a:highlight>
                  <a:srgbClr val="F0F0F0"/>
                </a:highlight>
                <a:latin typeface="Roboto Mono"/>
                <a:ea typeface="Roboto Mono"/>
                <a:cs typeface="Roboto Mono"/>
                <a:sym typeface="Roboto Mono"/>
              </a:rPr>
              <a:t> * </a:t>
            </a:r>
            <a:r>
              <a:rPr lang="es-419" sz="1100">
                <a:solidFill>
                  <a:srgbClr val="880000"/>
                </a:solidFill>
                <a:highlight>
                  <a:srgbClr val="F0F0F0"/>
                </a:highlight>
                <a:latin typeface="Roboto Mono"/>
                <a:ea typeface="Roboto Mono"/>
                <a:cs typeface="Roboto Mono"/>
                <a:sym typeface="Roboto Mono"/>
              </a:rPr>
              <a:t>"Carlos"</a:t>
            </a:r>
            <a:r>
              <a:rPr lang="es-419" sz="1100">
                <a:solidFill>
                  <a:srgbClr val="444444"/>
                </a:solidFill>
                <a:highlight>
                  <a:srgbClr val="F0F0F0"/>
                </a:highlight>
                <a:latin typeface="Roboto Mono"/>
                <a:ea typeface="Roboto Mono"/>
                <a:cs typeface="Roboto Mono"/>
                <a:sym typeface="Roboto Mono"/>
              </a:rPr>
              <a:t>) </a:t>
            </a:r>
            <a:r>
              <a:rPr lang="es-419" sz="1100">
                <a:solidFill>
                  <a:srgbClr val="888888"/>
                </a:solidFill>
                <a:highlight>
                  <a:srgbClr val="F0F0F0"/>
                </a:highlight>
                <a:latin typeface="Roboto Mono"/>
                <a:ea typeface="Roboto Mono"/>
                <a:cs typeface="Roboto Mono"/>
                <a:sym typeface="Roboto Mono"/>
              </a:rPr>
              <a:t># CarlosCarlosCarlos</a:t>
            </a:r>
            <a:br>
              <a:rPr lang="es-419" sz="1100">
                <a:solidFill>
                  <a:srgbClr val="444444"/>
                </a:solidFill>
                <a:highlight>
                  <a:srgbClr val="F0F0F0"/>
                </a:highlight>
                <a:latin typeface="Roboto Mono"/>
                <a:ea typeface="Roboto Mono"/>
                <a:cs typeface="Roboto Mono"/>
                <a:sym typeface="Roboto Mono"/>
              </a:rPr>
            </a:br>
            <a:r>
              <a:rPr lang="es-419" sz="1100">
                <a:solidFill>
                  <a:srgbClr val="444444"/>
                </a:solidFill>
                <a:highlight>
                  <a:srgbClr val="F0F0F0"/>
                </a:highlight>
                <a:latin typeface="Roboto Mono"/>
                <a:ea typeface="Roboto Mono"/>
                <a:cs typeface="Roboto Mono"/>
                <a:sym typeface="Roboto Mono"/>
              </a:rPr>
              <a:t>print(</a:t>
            </a:r>
            <a:r>
              <a:rPr lang="es-419" sz="1100">
                <a:solidFill>
                  <a:srgbClr val="880000"/>
                </a:solidFill>
                <a:highlight>
                  <a:srgbClr val="F0F0F0"/>
                </a:highlight>
                <a:latin typeface="Roboto Mono"/>
                <a:ea typeface="Roboto Mono"/>
                <a:cs typeface="Roboto Mono"/>
                <a:sym typeface="Roboto Mono"/>
              </a:rPr>
              <a:t>5</a:t>
            </a:r>
            <a:r>
              <a:rPr lang="es-419" sz="1100">
                <a:solidFill>
                  <a:srgbClr val="444444"/>
                </a:solidFill>
                <a:highlight>
                  <a:srgbClr val="F0F0F0"/>
                </a:highlight>
                <a:latin typeface="Roboto Mono"/>
                <a:ea typeface="Roboto Mono"/>
                <a:cs typeface="Roboto Mono"/>
                <a:sym typeface="Roboto Mono"/>
              </a:rPr>
              <a:t> * </a:t>
            </a:r>
            <a:r>
              <a:rPr lang="es-419" sz="1100">
                <a:solidFill>
                  <a:srgbClr val="880000"/>
                </a:solidFill>
                <a:highlight>
                  <a:srgbClr val="F0F0F0"/>
                </a:highlight>
                <a:latin typeface="Roboto Mono"/>
                <a:ea typeface="Roboto Mono"/>
                <a:cs typeface="Roboto Mono"/>
                <a:sym typeface="Roboto Mono"/>
              </a:rPr>
              <a:t>"12"</a:t>
            </a:r>
            <a:r>
              <a:rPr lang="es-419" sz="1100">
                <a:solidFill>
                  <a:srgbClr val="444444"/>
                </a:solidFill>
                <a:highlight>
                  <a:srgbClr val="F0F0F0"/>
                </a:highlight>
                <a:latin typeface="Roboto Mono"/>
                <a:ea typeface="Roboto Mono"/>
                <a:cs typeface="Roboto Mono"/>
                <a:sym typeface="Roboto Mono"/>
              </a:rPr>
              <a:t>) </a:t>
            </a:r>
            <a:r>
              <a:rPr lang="es-419" sz="1100">
                <a:solidFill>
                  <a:srgbClr val="888888"/>
                </a:solidFill>
                <a:highlight>
                  <a:srgbClr val="F0F0F0"/>
                </a:highlight>
                <a:latin typeface="Roboto Mono"/>
                <a:ea typeface="Roboto Mono"/>
                <a:cs typeface="Roboto Mono"/>
                <a:sym typeface="Roboto Mono"/>
              </a:rPr>
              <a:t># 1212121212</a:t>
            </a:r>
            <a:endParaRPr>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Métodos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0" name="Google Shape;210;p35"/>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Cuenta el número de veces que aparece un carácter alfanumérico.</a:t>
            </a:r>
            <a:endParaRPr/>
          </a:p>
        </p:txBody>
      </p:sp>
      <p:sp>
        <p:nvSpPr>
          <p:cNvPr id="211" name="Google Shape;211;p35"/>
          <p:cNvSpPr txBox="1"/>
          <p:nvPr>
            <p:ph idx="2" type="title"/>
          </p:nvPr>
        </p:nvSpPr>
        <p:spPr>
          <a:xfrm>
            <a:off x="3550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.count()</a:t>
            </a:r>
            <a:endParaRPr/>
          </a:p>
        </p:txBody>
      </p:sp>
      <p:sp>
        <p:nvSpPr>
          <p:cNvPr id="212" name="Google Shape;212;p35"/>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Transforma el string a mayúsculas.</a:t>
            </a:r>
            <a:endParaRPr/>
          </a:p>
        </p:txBody>
      </p:sp>
      <p:sp>
        <p:nvSpPr>
          <p:cNvPr id="213" name="Google Shape;213;p35"/>
          <p:cNvSpPr txBox="1"/>
          <p:nvPr>
            <p:ph idx="2" type="title"/>
          </p:nvPr>
        </p:nvSpPr>
        <p:spPr>
          <a:xfrm>
            <a:off x="46984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.upper()</a:t>
            </a:r>
            <a:endParaRPr/>
          </a:p>
        </p:txBody>
      </p:sp>
      <p:graphicFrame>
        <p:nvGraphicFramePr>
          <p:cNvPr id="214" name="Google Shape;214;p35"/>
          <p:cNvGraphicFramePr/>
          <p:nvPr/>
        </p:nvGraphicFramePr>
        <p:xfrm>
          <a:off x="355000" y="2724150"/>
          <a:ext cx="3000000" cy="3000000"/>
        </p:xfrm>
        <a:graphic>
          <a:graphicData uri="http://schemas.openxmlformats.org/drawingml/2006/table">
            <a:tbl>
              <a:tblPr>
                <a:noFill/>
                <a:tableStyleId>{FB5EF85D-9F13-46F7-A3E1-78FD885231C5}</a:tableStyleId>
              </a:tblPr>
              <a:tblGrid>
                <a:gridCol w="411300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a:t>
                      </a:r>
                      <a:r>
                        <a:rPr lang="es-419">
                          <a:solidFill>
                            <a:srgbClr val="A61C00"/>
                          </a:solidFill>
                          <a:highlight>
                            <a:srgbClr val="F0F0F0"/>
                          </a:highlight>
                          <a:latin typeface="Roboto Mono"/>
                          <a:ea typeface="Roboto Mono"/>
                          <a:cs typeface="Roboto Mono"/>
                          <a:sym typeface="Roboto Mono"/>
                        </a:rPr>
                        <a:t>Santana</a:t>
                      </a:r>
                      <a:r>
                        <a:rPr lang="es-419">
                          <a:solidFill>
                            <a:srgbClr val="880000"/>
                          </a:solidFill>
                          <a:highlight>
                            <a:srgbClr val="F0F0F0"/>
                          </a:highlight>
                          <a:latin typeface="Roboto Mono"/>
                          <a:ea typeface="Roboto Mono"/>
                          <a:cs typeface="Roboto Mono"/>
                          <a:sym typeface="Roboto Mono"/>
                        </a:rPr>
                        <a:t>"</a:t>
                      </a:r>
                      <a:r>
                        <a:rPr lang="es-419">
                          <a:solidFill>
                            <a:srgbClr val="444444"/>
                          </a:solidFill>
                          <a:highlight>
                            <a:srgbClr val="F0F0F0"/>
                          </a:highlight>
                          <a:latin typeface="Roboto Mono"/>
                          <a:ea typeface="Roboto Mono"/>
                          <a:cs typeface="Roboto Mono"/>
                          <a:sym typeface="Roboto Mono"/>
                        </a:rPr>
                        <a:t>.</a:t>
                      </a:r>
                      <a:r>
                        <a:rPr b="1" lang="es-419">
                          <a:solidFill>
                            <a:srgbClr val="444444"/>
                          </a:solidFill>
                          <a:highlight>
                            <a:srgbClr val="F0F0F0"/>
                          </a:highlight>
                          <a:latin typeface="Roboto Mono"/>
                          <a:ea typeface="Roboto Mono"/>
                          <a:cs typeface="Roboto Mono"/>
                          <a:sym typeface="Roboto Mono"/>
                        </a:rPr>
                        <a:t>count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"a"</a:t>
                      </a:r>
                      <a:r>
                        <a:rPr lang="es-419">
                          <a:solidFill>
                            <a:srgbClr val="444444"/>
                          </a:solidFill>
                          <a:highlight>
                            <a:srgbClr val="F0F0F0"/>
                          </a:highlight>
                          <a:latin typeface="Roboto Mono"/>
                          <a:ea typeface="Roboto Mono"/>
                          <a:cs typeface="Roboto Mono"/>
                          <a:sym typeface="Roboto Mono"/>
                        </a:rPr>
                        <a:t>)) </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entrega un 3 ya que el string tiene 3 "a"</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15" name="Google Shape;215;p35"/>
          <p:cNvGraphicFramePr/>
          <p:nvPr/>
        </p:nvGraphicFramePr>
        <p:xfrm>
          <a:off x="4698400" y="2724150"/>
          <a:ext cx="3000000" cy="3000000"/>
        </p:xfrm>
        <a:graphic>
          <a:graphicData uri="http://schemas.openxmlformats.org/drawingml/2006/table">
            <a:tbl>
              <a:tblPr>
                <a:noFill/>
                <a:tableStyleId>{FB5EF85D-9F13-46F7-A3E1-78FD885231C5}</a:tableStyleId>
              </a:tblPr>
              <a:tblGrid>
                <a:gridCol w="383455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"Santana"</a:t>
                      </a:r>
                      <a:r>
                        <a:rPr lang="es-419">
                          <a:solidFill>
                            <a:srgbClr val="444444"/>
                          </a:solidFill>
                          <a:highlight>
                            <a:srgbClr val="F0F0F0"/>
                          </a:highlight>
                          <a:latin typeface="Roboto Mono"/>
                          <a:ea typeface="Roboto Mono"/>
                          <a:cs typeface="Roboto Mono"/>
                          <a:sym typeface="Roboto Mono"/>
                        </a:rPr>
                        <a:t>.</a:t>
                      </a:r>
                      <a:r>
                        <a:rPr b="1" lang="es-419">
                          <a:solidFill>
                            <a:srgbClr val="444444"/>
                          </a:solidFill>
                          <a:highlight>
                            <a:srgbClr val="F0F0F0"/>
                          </a:highlight>
                          <a:latin typeface="Roboto Mono"/>
                          <a:ea typeface="Roboto Mono"/>
                          <a:cs typeface="Roboto Mono"/>
                          <a:sym typeface="Roboto Mono"/>
                        </a:rPr>
                        <a:t>upper</a:t>
                      </a:r>
                      <a:r>
                        <a:rPr lang="es-419">
                          <a:solidFill>
                            <a:srgbClr val="444444"/>
                          </a:solidFill>
                          <a:highlight>
                            <a:srgbClr val="F0F0F0"/>
                          </a:highlight>
                          <a:latin typeface="Roboto Mono"/>
                          <a:ea typeface="Roboto Mono"/>
                          <a:cs typeface="Roboto Mono"/>
                          <a:sym typeface="Roboto Mono"/>
                        </a:rPr>
                        <a:t>()) </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resulta en SANTANA</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1" name="Google Shape;221;p36"/>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Transforma el string a minúsculas.</a:t>
            </a:r>
            <a:endParaRPr/>
          </a:p>
        </p:txBody>
      </p:sp>
      <p:sp>
        <p:nvSpPr>
          <p:cNvPr id="222" name="Google Shape;222;p36"/>
          <p:cNvSpPr txBox="1"/>
          <p:nvPr>
            <p:ph idx="2" type="title"/>
          </p:nvPr>
        </p:nvSpPr>
        <p:spPr>
          <a:xfrm>
            <a:off x="3550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.lower()</a:t>
            </a:r>
            <a:endParaRPr/>
          </a:p>
        </p:txBody>
      </p:sp>
      <p:sp>
        <p:nvSpPr>
          <p:cNvPr id="223" name="Google Shape;223;p36"/>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Permite colocar mayúsculas sólo a la primera letra de cada palabra.</a:t>
            </a:r>
            <a:endParaRPr/>
          </a:p>
        </p:txBody>
      </p:sp>
      <p:sp>
        <p:nvSpPr>
          <p:cNvPr id="224" name="Google Shape;224;p36"/>
          <p:cNvSpPr txBox="1"/>
          <p:nvPr>
            <p:ph idx="2" type="title"/>
          </p:nvPr>
        </p:nvSpPr>
        <p:spPr>
          <a:xfrm>
            <a:off x="46984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a:t>
            </a:r>
            <a:r>
              <a:rPr lang="es-419"/>
              <a:t>title()</a:t>
            </a:r>
            <a:endParaRPr/>
          </a:p>
        </p:txBody>
      </p:sp>
      <p:graphicFrame>
        <p:nvGraphicFramePr>
          <p:cNvPr id="225" name="Google Shape;225;p36"/>
          <p:cNvGraphicFramePr/>
          <p:nvPr/>
        </p:nvGraphicFramePr>
        <p:xfrm>
          <a:off x="355000" y="2724150"/>
          <a:ext cx="3000000" cy="3000000"/>
        </p:xfrm>
        <a:graphic>
          <a:graphicData uri="http://schemas.openxmlformats.org/drawingml/2006/table">
            <a:tbl>
              <a:tblPr>
                <a:noFill/>
                <a:tableStyleId>{FB5EF85D-9F13-46F7-A3E1-78FD885231C5}</a:tableStyleId>
              </a:tblPr>
              <a:tblGrid>
                <a:gridCol w="411300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"Santana"</a:t>
                      </a:r>
                      <a:r>
                        <a:rPr lang="es-419">
                          <a:solidFill>
                            <a:srgbClr val="444444"/>
                          </a:solidFill>
                          <a:highlight>
                            <a:srgbClr val="F0F0F0"/>
                          </a:highlight>
                          <a:latin typeface="Roboto Mono"/>
                          <a:ea typeface="Roboto Mono"/>
                          <a:cs typeface="Roboto Mono"/>
                          <a:sym typeface="Roboto Mono"/>
                        </a:rPr>
                        <a:t>.</a:t>
                      </a:r>
                      <a:r>
                        <a:rPr b="1" lang="es-419">
                          <a:solidFill>
                            <a:srgbClr val="444444"/>
                          </a:solidFill>
                          <a:highlight>
                            <a:srgbClr val="F0F0F0"/>
                          </a:highlight>
                          <a:latin typeface="Roboto Mono"/>
                          <a:ea typeface="Roboto Mono"/>
                          <a:cs typeface="Roboto Mono"/>
                          <a:sym typeface="Roboto Mono"/>
                        </a:rPr>
                        <a:t>lower</a:t>
                      </a:r>
                      <a:r>
                        <a:rPr lang="es-419">
                          <a:solidFill>
                            <a:srgbClr val="444444"/>
                          </a:solidFill>
                          <a:highlight>
                            <a:srgbClr val="F0F0F0"/>
                          </a:highlight>
                          <a:latin typeface="Roboto Mono"/>
                          <a:ea typeface="Roboto Mono"/>
                          <a:cs typeface="Roboto Mono"/>
                          <a:sym typeface="Roboto Mono"/>
                        </a:rPr>
                        <a:t>()) </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s-419" sz="1000">
                          <a:solidFill>
                            <a:srgbClr val="888888"/>
                          </a:solidFill>
                          <a:highlight>
                            <a:srgbClr val="F0F0F0"/>
                          </a:highlight>
                          <a:latin typeface="Roboto Mono"/>
                          <a:ea typeface="Roboto Mono"/>
                          <a:cs typeface="Roboto Mono"/>
                          <a:sym typeface="Roboto Mono"/>
                        </a:rPr>
                        <a:t># resulta en santana</a:t>
                      </a:r>
                      <a:r>
                        <a:rPr lang="es-419" sz="1000">
                          <a:solidFill>
                            <a:srgbClr val="444444"/>
                          </a:solidFill>
                          <a:highlight>
                            <a:srgbClr val="F0F0F0"/>
                          </a:highlight>
                          <a:latin typeface="Roboto Mono"/>
                          <a:ea typeface="Roboto Mono"/>
                          <a:cs typeface="Roboto Mono"/>
                          <a:sym typeface="Roboto Mono"/>
                        </a:rPr>
                        <a:t> </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26" name="Google Shape;226;p36"/>
          <p:cNvGraphicFramePr/>
          <p:nvPr/>
        </p:nvGraphicFramePr>
        <p:xfrm>
          <a:off x="4698400" y="2724150"/>
          <a:ext cx="3000000" cy="3000000"/>
        </p:xfrm>
        <a:graphic>
          <a:graphicData uri="http://schemas.openxmlformats.org/drawingml/2006/table">
            <a:tbl>
              <a:tblPr>
                <a:noFill/>
                <a:tableStyleId>{FB5EF85D-9F13-46F7-A3E1-78FD885231C5}</a:tableStyleId>
              </a:tblPr>
              <a:tblGrid>
                <a:gridCol w="383455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"carlos santana"</a:t>
                      </a:r>
                      <a:r>
                        <a:rPr lang="es-419">
                          <a:solidFill>
                            <a:srgbClr val="444444"/>
                          </a:solidFill>
                          <a:highlight>
                            <a:srgbClr val="F0F0F0"/>
                          </a:highlight>
                          <a:latin typeface="Roboto Mono"/>
                          <a:ea typeface="Roboto Mono"/>
                          <a:cs typeface="Roboto Mono"/>
                          <a:sym typeface="Roboto Mono"/>
                        </a:rPr>
                        <a:t>.</a:t>
                      </a:r>
                      <a:r>
                        <a:rPr b="1" lang="es-419">
                          <a:solidFill>
                            <a:srgbClr val="444444"/>
                          </a:solidFill>
                          <a:highlight>
                            <a:srgbClr val="F0F0F0"/>
                          </a:highlight>
                          <a:latin typeface="Roboto Mono"/>
                          <a:ea typeface="Roboto Mono"/>
                          <a:cs typeface="Roboto Mono"/>
                          <a:sym typeface="Roboto Mono"/>
                        </a:rPr>
                        <a:t>title</a:t>
                      </a:r>
                      <a:r>
                        <a:rPr lang="es-419">
                          <a:solidFill>
                            <a:srgbClr val="444444"/>
                          </a:solidFill>
                          <a:highlight>
                            <a:srgbClr val="F0F0F0"/>
                          </a:highlight>
                          <a:latin typeface="Roboto Mono"/>
                          <a:ea typeface="Roboto Mono"/>
                          <a:cs typeface="Roboto Mono"/>
                          <a:sym typeface="Roboto Mono"/>
                        </a:rPr>
                        <a:t>()) </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resulta en Carlos Santana</a:t>
                      </a:r>
                      <a:r>
                        <a:rPr lang="es-419" sz="1000">
                          <a:solidFill>
                            <a:srgbClr val="444444"/>
                          </a:solidFill>
                          <a:highlight>
                            <a:srgbClr val="F0F0F0"/>
                          </a:highlight>
                          <a:latin typeface="Roboto Mono"/>
                          <a:ea typeface="Roboto Mono"/>
                          <a:cs typeface="Roboto Mono"/>
                          <a:sym typeface="Roboto Mono"/>
                        </a:rPr>
                        <a:t> </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37"/>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Permite contar el número de caracteres en un string. Este no es un método, por lo que para aplicarla, se debe incluir un string dentro de esta función.</a:t>
            </a:r>
            <a:endParaRPr/>
          </a:p>
        </p:txBody>
      </p:sp>
      <p:sp>
        <p:nvSpPr>
          <p:cNvPr id="233" name="Google Shape;233;p37"/>
          <p:cNvSpPr txBox="1"/>
          <p:nvPr>
            <p:ph idx="2" type="title"/>
          </p:nvPr>
        </p:nvSpPr>
        <p:spPr>
          <a:xfrm>
            <a:off x="3550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len()</a:t>
            </a:r>
            <a:endParaRPr/>
          </a:p>
        </p:txBody>
      </p:sp>
      <p:sp>
        <p:nvSpPr>
          <p:cNvPr id="234" name="Google Shape;234;p37"/>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Permite unir muchos elementos separados por un string.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sz="1150"/>
              <a:t>En este caso el separador (la coma) es quien recibe el método join, en el cual se agregarán los elementos a, b y c. Los elementos entre corchetes corresponden a una lista, la cual se explicará en detalle más adelante.</a:t>
            </a:r>
            <a:endParaRPr sz="1150"/>
          </a:p>
        </p:txBody>
      </p:sp>
      <p:sp>
        <p:nvSpPr>
          <p:cNvPr id="235" name="Google Shape;235;p37"/>
          <p:cNvSpPr txBox="1"/>
          <p:nvPr>
            <p:ph idx="2" type="title"/>
          </p:nvPr>
        </p:nvSpPr>
        <p:spPr>
          <a:xfrm>
            <a:off x="4698450" y="709825"/>
            <a:ext cx="41130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join()</a:t>
            </a:r>
            <a:endParaRPr/>
          </a:p>
        </p:txBody>
      </p:sp>
      <p:graphicFrame>
        <p:nvGraphicFramePr>
          <p:cNvPr id="236" name="Google Shape;236;p37"/>
          <p:cNvGraphicFramePr/>
          <p:nvPr/>
        </p:nvGraphicFramePr>
        <p:xfrm>
          <a:off x="355000" y="2724150"/>
          <a:ext cx="3000000" cy="3000000"/>
        </p:xfrm>
        <a:graphic>
          <a:graphicData uri="http://schemas.openxmlformats.org/drawingml/2006/table">
            <a:tbl>
              <a:tblPr>
                <a:noFill/>
                <a:tableStyleId>{FB5EF85D-9F13-46F7-A3E1-78FD885231C5}</a:tableStyleId>
              </a:tblPr>
              <a:tblGrid>
                <a:gridCol w="411300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b="1" lang="es-419">
                          <a:solidFill>
                            <a:srgbClr val="444444"/>
                          </a:solidFill>
                          <a:highlight>
                            <a:srgbClr val="F0F0F0"/>
                          </a:highlight>
                          <a:latin typeface="Roboto Mono"/>
                          <a:ea typeface="Roboto Mono"/>
                          <a:cs typeface="Roboto Mono"/>
                          <a:sym typeface="Roboto Mono"/>
                        </a:rPr>
                        <a:t>len</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"Carlos Santana"</a:t>
                      </a:r>
                      <a:r>
                        <a:rPr lang="es-419">
                          <a:solidFill>
                            <a:srgbClr val="444444"/>
                          </a:solidFill>
                          <a:highlight>
                            <a:srgbClr val="F0F0F0"/>
                          </a:highlight>
                          <a:latin typeface="Roboto Mono"/>
                          <a:ea typeface="Roboto Mono"/>
                          <a:cs typeface="Roboto Mono"/>
                          <a:sym typeface="Roboto Mono"/>
                        </a:rPr>
                        <a:t>)) </a:t>
                      </a:r>
                      <a:endParaRPr>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resulta en 14</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graphicFrame>
        <p:nvGraphicFramePr>
          <p:cNvPr id="237" name="Google Shape;237;p37"/>
          <p:cNvGraphicFramePr/>
          <p:nvPr/>
        </p:nvGraphicFramePr>
        <p:xfrm>
          <a:off x="4698400" y="2724150"/>
          <a:ext cx="3000000" cy="3000000"/>
        </p:xfrm>
        <a:graphic>
          <a:graphicData uri="http://schemas.openxmlformats.org/drawingml/2006/table">
            <a:tbl>
              <a:tblPr>
                <a:noFill/>
                <a:tableStyleId>{FB5EF85D-9F13-46F7-A3E1-78FD885231C5}</a:tableStyleId>
              </a:tblPr>
              <a:tblGrid>
                <a:gridCol w="3834550"/>
              </a:tblGrid>
              <a:tr h="12700">
                <a:tc>
                  <a:txBody>
                    <a:bodyPr/>
                    <a:lstStyle/>
                    <a:p>
                      <a:pPr indent="0" lvl="0" marL="0" rtl="0" algn="l">
                        <a:lnSpc>
                          <a:spcPct val="115000"/>
                        </a:lnSpc>
                        <a:spcBef>
                          <a:spcPts val="0"/>
                        </a:spcBef>
                        <a:spcAft>
                          <a:spcPts val="0"/>
                        </a:spcAft>
                        <a:buNone/>
                      </a:pP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 ".</a:t>
                      </a:r>
                      <a:r>
                        <a:rPr lang="es-419">
                          <a:solidFill>
                            <a:srgbClr val="444444"/>
                          </a:solidFill>
                          <a:highlight>
                            <a:srgbClr val="F0F0F0"/>
                          </a:highlight>
                          <a:latin typeface="Roboto Mono"/>
                          <a:ea typeface="Roboto Mono"/>
                          <a:cs typeface="Roboto Mono"/>
                          <a:sym typeface="Roboto Mono"/>
                        </a:rPr>
                        <a:t>join([</a:t>
                      </a:r>
                      <a:r>
                        <a:rPr lang="es-419">
                          <a:solidFill>
                            <a:srgbClr val="880000"/>
                          </a:solidFill>
                          <a:highlight>
                            <a:srgbClr val="F0F0F0"/>
                          </a:highlight>
                          <a:latin typeface="Roboto Mono"/>
                          <a:ea typeface="Roboto Mono"/>
                          <a:cs typeface="Roboto Mono"/>
                          <a:sym typeface="Roboto Mono"/>
                        </a:rPr>
                        <a:t>"a","b","c"</a:t>
                      </a:r>
                      <a:r>
                        <a:rPr lang="es-419">
                          <a:solidFill>
                            <a:srgbClr val="444444"/>
                          </a:solidFill>
                          <a:highlight>
                            <a:srgbClr val="F0F0F0"/>
                          </a:highlight>
                          <a:latin typeface="Roboto Mono"/>
                          <a:ea typeface="Roboto Mono"/>
                          <a:cs typeface="Roboto Mono"/>
                          <a:sym typeface="Roboto Mono"/>
                        </a:rPr>
                        <a:t>]))</a:t>
                      </a:r>
                      <a:endParaRPr sz="1000">
                        <a:solidFill>
                          <a:srgbClr val="888888"/>
                        </a:solidFill>
                        <a:highlight>
                          <a:srgbClr val="F0F0F0"/>
                        </a:highlight>
                        <a:latin typeface="Roboto Mono"/>
                        <a:ea typeface="Roboto Mono"/>
                        <a:cs typeface="Roboto Mono"/>
                        <a:sym typeface="Roboto Mono"/>
                      </a:endParaRPr>
                    </a:p>
                  </a:txBody>
                  <a:tcPr marT="63500" marB="63500" marR="63500" marL="63500">
                    <a:solidFill>
                      <a:srgbClr val="F0F0F0"/>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Salto de línea</a:t>
            </a:r>
            <a:endParaRPr/>
          </a:p>
        </p:txBody>
      </p:sp>
      <p:sp>
        <p:nvSpPr>
          <p:cNvPr id="243" name="Google Shape;243;p38"/>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a:t>
            </a:r>
            <a:r>
              <a:rPr lang="es-419"/>
              <a:t>arácter especial que nos permite agregar un salto de línea dentro de un string.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Nótese que se utiliza el símbolo de slash invertido y seguidamente  la letra n. \n</a:t>
            </a:r>
            <a:endParaRPr/>
          </a:p>
        </p:txBody>
      </p:sp>
      <p:sp>
        <p:nvSpPr>
          <p:cNvPr id="244" name="Google Shape;244;p38"/>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45" name="Google Shape;245;p38"/>
          <p:cNvSpPr txBox="1"/>
          <p:nvPr/>
        </p:nvSpPr>
        <p:spPr>
          <a:xfrm>
            <a:off x="355000" y="1918050"/>
            <a:ext cx="8563800" cy="6480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solidFill>
                  <a:srgbClr val="888888"/>
                </a:solidFill>
                <a:highlight>
                  <a:srgbClr val="F0F0F0"/>
                </a:highlight>
                <a:latin typeface="Roboto Mono"/>
                <a:ea typeface="Roboto Mono"/>
                <a:cs typeface="Roboto Mono"/>
                <a:sym typeface="Roboto Mono"/>
              </a:rPr>
              <a:t># El caracter para denotar un salto de línea es \n</a:t>
            </a:r>
            <a:br>
              <a:rPr lang="es-419">
                <a:solidFill>
                  <a:srgbClr val="444444"/>
                </a:solidFill>
                <a:highlight>
                  <a:srgbClr val="F0F0F0"/>
                </a:highlight>
                <a:latin typeface="Roboto Mono"/>
                <a:ea typeface="Roboto Mono"/>
                <a:cs typeface="Roboto Mono"/>
                <a:sym typeface="Roboto Mono"/>
              </a:rPr>
            </a:br>
            <a:r>
              <a:rPr b="1" lang="es-419">
                <a:solidFill>
                  <a:srgbClr val="444444"/>
                </a:solidFill>
                <a:highlight>
                  <a:srgbClr val="F0F0F0"/>
                </a:highlight>
                <a:latin typeface="Roboto Mono"/>
                <a:ea typeface="Roboto Mono"/>
                <a:cs typeface="Roboto Mono"/>
                <a:sym typeface="Roboto Mono"/>
              </a:rPr>
              <a:t>print</a:t>
            </a:r>
            <a:r>
              <a:rPr lang="es-419">
                <a:solidFill>
                  <a:srgbClr val="444444"/>
                </a:solidFill>
                <a:highlight>
                  <a:srgbClr val="F0F0F0"/>
                </a:highlight>
                <a:latin typeface="Roboto Mono"/>
                <a:ea typeface="Roboto Mono"/>
                <a:cs typeface="Roboto Mono"/>
                <a:sym typeface="Roboto Mono"/>
              </a:rPr>
              <a:t>(</a:t>
            </a:r>
            <a:r>
              <a:rPr lang="es-419">
                <a:solidFill>
                  <a:srgbClr val="880000"/>
                </a:solidFill>
                <a:highlight>
                  <a:srgbClr val="F0F0F0"/>
                </a:highlight>
                <a:latin typeface="Roboto Mono"/>
                <a:ea typeface="Roboto Mono"/>
                <a:cs typeface="Roboto Mono"/>
                <a:sym typeface="Roboto Mono"/>
              </a:rPr>
              <a:t>"hola\na\ntodos")</a:t>
            </a:r>
            <a:endParaRPr>
              <a:latin typeface="Roboto Mono"/>
              <a:ea typeface="Roboto Mono"/>
              <a:cs typeface="Roboto Mono"/>
              <a:sym typeface="Roboto Mono"/>
            </a:endParaRPr>
          </a:p>
        </p:txBody>
      </p:sp>
      <p:sp>
        <p:nvSpPr>
          <p:cNvPr id="246" name="Google Shape;246;p38"/>
          <p:cNvSpPr txBox="1"/>
          <p:nvPr/>
        </p:nvSpPr>
        <p:spPr>
          <a:xfrm>
            <a:off x="355000" y="3289650"/>
            <a:ext cx="8563800" cy="8958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solidFill>
                  <a:srgbClr val="444444"/>
                </a:solidFill>
                <a:latin typeface="Roboto Mono"/>
                <a:ea typeface="Roboto Mono"/>
                <a:cs typeface="Roboto Mono"/>
                <a:sym typeface="Roboto Mono"/>
              </a:rPr>
              <a:t>hola</a:t>
            </a:r>
            <a:br>
              <a:rPr lang="es-419">
                <a:solidFill>
                  <a:srgbClr val="444444"/>
                </a:solidFill>
                <a:latin typeface="Roboto Mono"/>
                <a:ea typeface="Roboto Mono"/>
                <a:cs typeface="Roboto Mono"/>
                <a:sym typeface="Roboto Mono"/>
              </a:rPr>
            </a:br>
            <a:r>
              <a:rPr lang="es-419">
                <a:solidFill>
                  <a:srgbClr val="444444"/>
                </a:solidFill>
                <a:latin typeface="Roboto Mono"/>
                <a:ea typeface="Roboto Mono"/>
                <a:cs typeface="Roboto Mono"/>
                <a:sym typeface="Roboto Mono"/>
              </a:rPr>
              <a:t>a</a:t>
            </a:r>
            <a:br>
              <a:rPr lang="es-419">
                <a:solidFill>
                  <a:srgbClr val="444444"/>
                </a:solidFill>
                <a:latin typeface="Roboto Mono"/>
                <a:ea typeface="Roboto Mono"/>
                <a:cs typeface="Roboto Mono"/>
                <a:sym typeface="Roboto Mono"/>
              </a:rPr>
            </a:br>
            <a:r>
              <a:rPr lang="es-419">
                <a:solidFill>
                  <a:srgbClr val="444444"/>
                </a:solidFill>
                <a:latin typeface="Roboto Mono"/>
                <a:ea typeface="Roboto Mono"/>
                <a:cs typeface="Roboto Mono"/>
                <a:sym typeface="Roboto Mono"/>
              </a:rPr>
              <a:t>todos</a:t>
            </a:r>
            <a:endParaRPr>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Valores booleanos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Valores booleanos</a:t>
            </a:r>
            <a:endParaRPr/>
          </a:p>
        </p:txBody>
      </p:sp>
      <p:sp>
        <p:nvSpPr>
          <p:cNvPr id="257" name="Google Shape;257;p40"/>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Son valores lógicos que pueden tomar sólo dos valores: </a:t>
            </a:r>
            <a:endParaRPr/>
          </a:p>
          <a:p>
            <a:pPr indent="-330200" lvl="1" marL="914400" rtl="0" algn="l">
              <a:spcBef>
                <a:spcPts val="0"/>
              </a:spcBef>
              <a:spcAft>
                <a:spcPts val="0"/>
              </a:spcAft>
              <a:buSzPts val="1600"/>
              <a:buChar char="○"/>
            </a:pPr>
            <a:r>
              <a:rPr lang="es-419"/>
              <a:t>True</a:t>
            </a:r>
            <a:endParaRPr/>
          </a:p>
          <a:p>
            <a:pPr indent="-330200" lvl="1" marL="914400" rtl="0" algn="l">
              <a:spcBef>
                <a:spcPts val="0"/>
              </a:spcBef>
              <a:spcAft>
                <a:spcPts val="0"/>
              </a:spcAft>
              <a:buSzPts val="1600"/>
              <a:buChar char="○"/>
            </a:pPr>
            <a:r>
              <a:rPr lang="es-419"/>
              <a:t>False </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s-419"/>
              <a:t>Estos valores son el resultado de alguna prueba lógica o de una asignación directa; donde este tipo de dato se revisará en detalle al momento de aprender Control de Flujo.</a:t>
            </a:r>
            <a:endParaRPr/>
          </a:p>
        </p:txBody>
      </p:sp>
      <p:sp>
        <p:nvSpPr>
          <p:cNvPr id="258" name="Google Shape;258;p40"/>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1"/>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Variables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¿Qué es una variable?</a:t>
            </a:r>
            <a:endParaRPr/>
          </a:p>
        </p:txBody>
      </p:sp>
      <p:sp>
        <p:nvSpPr>
          <p:cNvPr id="269" name="Google Shape;269;p42"/>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utiliza para guardar</a:t>
            </a:r>
            <a:r>
              <a:rPr lang="es-419"/>
              <a:t> el resultado de operaciones o </a:t>
            </a:r>
            <a:r>
              <a:rPr lang="es-419"/>
              <a:t>almacenar</a:t>
            </a:r>
            <a:r>
              <a:rPr lang="es-419"/>
              <a:t> valores para ser reutilizados en el futuro. Podemos entender las variables como contenedores.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s-419"/>
              <a:t>Una variable se compone de:</a:t>
            </a:r>
            <a:endParaRPr/>
          </a:p>
          <a:p>
            <a:pPr indent="-330200" lvl="0" marL="457200" rtl="0" algn="l">
              <a:spcBef>
                <a:spcPts val="0"/>
              </a:spcBef>
              <a:spcAft>
                <a:spcPts val="0"/>
              </a:spcAft>
              <a:buSzPts val="1600"/>
              <a:buChar char="●"/>
            </a:pPr>
            <a:r>
              <a:rPr lang="es-419"/>
              <a:t>Un nombre</a:t>
            </a:r>
            <a:endParaRPr/>
          </a:p>
          <a:p>
            <a:pPr indent="-330200" lvl="0" marL="457200" rtl="0" algn="l">
              <a:spcBef>
                <a:spcPts val="0"/>
              </a:spcBef>
              <a:spcAft>
                <a:spcPts val="0"/>
              </a:spcAft>
              <a:buSzPts val="1600"/>
              <a:buChar char="●"/>
            </a:pPr>
            <a:r>
              <a:rPr lang="es-419"/>
              <a:t>Un valor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0" name="Google Shape;270;p42"/>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Consideraciones</a:t>
            </a:r>
            <a:endParaRPr/>
          </a:p>
        </p:txBody>
      </p:sp>
      <p:sp>
        <p:nvSpPr>
          <p:cNvPr id="276" name="Google Shape;276;p43"/>
          <p:cNvSpPr txBox="1"/>
          <p:nvPr>
            <p:ph idx="1" type="body"/>
          </p:nvPr>
        </p:nvSpPr>
        <p:spPr>
          <a:xfrm>
            <a:off x="355000" y="1433725"/>
            <a:ext cx="8485800" cy="30306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lang="es-419"/>
              <a:t>E</a:t>
            </a:r>
            <a:r>
              <a:rPr lang="es-419"/>
              <a:t>l nombre de una variable comienza con minúscula.</a:t>
            </a:r>
            <a:endParaRPr/>
          </a:p>
          <a:p>
            <a:pPr indent="-330200" lvl="0" marL="457200" rtl="0" algn="l">
              <a:spcBef>
                <a:spcPts val="0"/>
              </a:spcBef>
              <a:spcAft>
                <a:spcPts val="0"/>
              </a:spcAft>
              <a:buSzPts val="1600"/>
              <a:buChar char="●"/>
            </a:pPr>
            <a:r>
              <a:rPr lang="es-419"/>
              <a:t>Si se requiere utilizar más de una palabra, éstas deben estar unidas por un guión bajo o underscore; a esto se le conoce como snake_case. </a:t>
            </a:r>
            <a:endParaRPr/>
          </a:p>
          <a:p>
            <a:pPr indent="-330200" lvl="0" marL="457200" rtl="0" algn="l">
              <a:spcBef>
                <a:spcPts val="0"/>
              </a:spcBef>
              <a:spcAft>
                <a:spcPts val="0"/>
              </a:spcAft>
              <a:buSzPts val="1600"/>
              <a:buChar char="●"/>
            </a:pPr>
            <a:r>
              <a:rPr lang="es-419"/>
              <a:t>Los nombres de las variables no pueden tener espacios ni comenzar con un número.</a:t>
            </a:r>
            <a:endParaRPr/>
          </a:p>
          <a:p>
            <a:pPr indent="-330200" lvl="0" marL="457200" rtl="0" algn="l">
              <a:spcBef>
                <a:spcPts val="0"/>
              </a:spcBef>
              <a:spcAft>
                <a:spcPts val="0"/>
              </a:spcAft>
              <a:buSzPts val="1600"/>
              <a:buChar char="●"/>
            </a:pPr>
            <a:r>
              <a:rPr lang="es-419"/>
              <a:t>Es importante utilizar nombres que sean representativos del valor que se quiere almacenar.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Por ejemplo, si queremos crear una variable que almacene la cantidad de alumnos de un curso, su nombre podría ser </a:t>
            </a:r>
            <a:r>
              <a:rPr b="1" lang="es-419"/>
              <a:t>cant_alumnos</a:t>
            </a:r>
            <a:r>
              <a:rPr lang="es-419"/>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7" name="Google Shape;277;p43"/>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 variables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Tipos de datos</a:t>
            </a:r>
            <a:endParaRPr/>
          </a:p>
        </p:txBody>
      </p:sp>
      <p:sp>
        <p:nvSpPr>
          <p:cNvPr id="283" name="Google Shape;283;p44"/>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419"/>
              <a:t>U</a:t>
            </a:r>
            <a:r>
              <a:rPr lang="es-419"/>
              <a:t>na variable poseerá un tipo de dato asociado, según el valor que se le asigne, donde los tipos de datos pueden ser, entre otros, </a:t>
            </a:r>
            <a:r>
              <a:rPr b="1" lang="es-419">
                <a:solidFill>
                  <a:schemeClr val="accent4"/>
                </a:solidFill>
              </a:rPr>
              <a:t>integer</a:t>
            </a:r>
            <a:r>
              <a:rPr lang="es-419"/>
              <a:t>, </a:t>
            </a:r>
            <a:r>
              <a:rPr b="1" lang="es-419">
                <a:solidFill>
                  <a:schemeClr val="accent4"/>
                </a:solidFill>
              </a:rPr>
              <a:t>string</a:t>
            </a:r>
            <a:r>
              <a:rPr lang="es-419"/>
              <a:t>, </a:t>
            </a:r>
            <a:r>
              <a:rPr b="1" lang="es-419">
                <a:solidFill>
                  <a:schemeClr val="accent4"/>
                </a:solidFill>
              </a:rPr>
              <a:t>float</a:t>
            </a:r>
            <a:r>
              <a:rPr lang="es-419"/>
              <a:t> o </a:t>
            </a:r>
            <a:r>
              <a:rPr b="1" lang="es-419">
                <a:solidFill>
                  <a:schemeClr val="accent4"/>
                </a:solidFill>
              </a:rPr>
              <a:t>bool</a:t>
            </a:r>
            <a:r>
              <a:rPr lang="es-419"/>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s-419"/>
              <a:t>Python dispone de la función </a:t>
            </a:r>
            <a:r>
              <a:rPr b="1" lang="es-419"/>
              <a:t>type()</a:t>
            </a:r>
            <a:r>
              <a:rPr lang="es-419"/>
              <a:t> para poder identificar el tipo de dato de una variable:</a:t>
            </a:r>
            <a:endParaRPr/>
          </a:p>
        </p:txBody>
      </p:sp>
      <p:sp>
        <p:nvSpPr>
          <p:cNvPr id="284" name="Google Shape;284;p44"/>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 una variable</a:t>
            </a:r>
            <a:endParaRPr/>
          </a:p>
        </p:txBody>
      </p:sp>
      <p:sp>
        <p:nvSpPr>
          <p:cNvPr id="285" name="Google Shape;285;p44"/>
          <p:cNvSpPr txBox="1"/>
          <p:nvPr/>
        </p:nvSpPr>
        <p:spPr>
          <a:xfrm>
            <a:off x="2138950" y="2760525"/>
            <a:ext cx="4917900" cy="18870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solidFill>
                  <a:srgbClr val="444444"/>
                </a:solidFill>
                <a:latin typeface="Roboto Mono"/>
                <a:ea typeface="Roboto Mono"/>
                <a:cs typeface="Roboto Mono"/>
                <a:sym typeface="Roboto Mono"/>
              </a:rPr>
              <a:t>entero = </a:t>
            </a:r>
            <a:r>
              <a:rPr lang="es-419">
                <a:solidFill>
                  <a:srgbClr val="880000"/>
                </a:solidFill>
                <a:latin typeface="Roboto Mono"/>
                <a:ea typeface="Roboto Mono"/>
                <a:cs typeface="Roboto Mono"/>
                <a:sym typeface="Roboto Mono"/>
              </a:rPr>
              <a:t>2</a:t>
            </a:r>
            <a:br>
              <a:rPr lang="es-419">
                <a:solidFill>
                  <a:srgbClr val="444444"/>
                </a:solidFill>
                <a:latin typeface="Roboto Mono"/>
                <a:ea typeface="Roboto Mono"/>
                <a:cs typeface="Roboto Mono"/>
                <a:sym typeface="Roboto Mono"/>
              </a:rPr>
            </a:br>
            <a:r>
              <a:rPr lang="es-419">
                <a:solidFill>
                  <a:srgbClr val="444444"/>
                </a:solidFill>
                <a:latin typeface="Roboto Mono"/>
                <a:ea typeface="Roboto Mono"/>
                <a:cs typeface="Roboto Mono"/>
                <a:sym typeface="Roboto Mono"/>
              </a:rPr>
              <a:t>decimal = -6.5</a:t>
            </a:r>
            <a:endParaRPr>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a:solidFill>
                  <a:srgbClr val="444444"/>
                </a:solidFill>
                <a:latin typeface="Roboto Mono"/>
                <a:ea typeface="Roboto Mono"/>
                <a:cs typeface="Roboto Mono"/>
                <a:sym typeface="Roboto Mono"/>
              </a:rPr>
              <a:t>texto = </a:t>
            </a:r>
            <a:r>
              <a:rPr lang="es-419">
                <a:solidFill>
                  <a:srgbClr val="880000"/>
                </a:solidFill>
                <a:latin typeface="Roboto Mono"/>
                <a:ea typeface="Roboto Mono"/>
                <a:cs typeface="Roboto Mono"/>
                <a:sym typeface="Roboto Mono"/>
              </a:rPr>
              <a:t>"Hola Mundo"</a:t>
            </a:r>
            <a:br>
              <a:rPr lang="es-419">
                <a:solidFill>
                  <a:srgbClr val="444444"/>
                </a:solidFill>
                <a:latin typeface="Roboto Mono"/>
                <a:ea typeface="Roboto Mono"/>
                <a:cs typeface="Roboto Mono"/>
                <a:sym typeface="Roboto Mono"/>
              </a:rPr>
            </a:br>
            <a:endParaRPr>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a:solidFill>
                  <a:srgbClr val="444444"/>
                </a:solidFill>
                <a:latin typeface="Roboto Mono"/>
                <a:ea typeface="Roboto Mono"/>
                <a:cs typeface="Roboto Mono"/>
                <a:sym typeface="Roboto Mono"/>
              </a:rPr>
              <a:t>print</a:t>
            </a:r>
            <a:r>
              <a:rPr lang="es-419">
                <a:solidFill>
                  <a:srgbClr val="444444"/>
                </a:solidFill>
                <a:latin typeface="Roboto Mono"/>
                <a:ea typeface="Roboto Mono"/>
                <a:cs typeface="Roboto Mono"/>
                <a:sym typeface="Roboto Mono"/>
              </a:rPr>
              <a:t>(</a:t>
            </a:r>
            <a:r>
              <a:rPr b="1" lang="es-419">
                <a:solidFill>
                  <a:srgbClr val="444444"/>
                </a:solidFill>
                <a:latin typeface="Roboto Mono"/>
                <a:ea typeface="Roboto Mono"/>
                <a:cs typeface="Roboto Mono"/>
                <a:sym typeface="Roboto Mono"/>
              </a:rPr>
              <a:t>type</a:t>
            </a:r>
            <a:r>
              <a:rPr lang="es-419">
                <a:solidFill>
                  <a:srgbClr val="444444"/>
                </a:solidFill>
                <a:latin typeface="Roboto Mono"/>
                <a:ea typeface="Roboto Mono"/>
                <a:cs typeface="Roboto Mono"/>
                <a:sym typeface="Roboto Mono"/>
              </a:rPr>
              <a:t>(entero)) </a:t>
            </a:r>
            <a:r>
              <a:rPr lang="es-419">
                <a:solidFill>
                  <a:srgbClr val="888888"/>
                </a:solidFill>
                <a:latin typeface="Roboto Mono"/>
                <a:ea typeface="Roboto Mono"/>
                <a:cs typeface="Roboto Mono"/>
                <a:sym typeface="Roboto Mono"/>
              </a:rPr>
              <a:t># int</a:t>
            </a:r>
            <a:endParaRPr>
              <a:solidFill>
                <a:srgbClr val="888888"/>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a:solidFill>
                  <a:srgbClr val="444444"/>
                </a:solidFill>
                <a:latin typeface="Roboto Mono"/>
                <a:ea typeface="Roboto Mono"/>
                <a:cs typeface="Roboto Mono"/>
                <a:sym typeface="Roboto Mono"/>
              </a:rPr>
              <a:t>print</a:t>
            </a:r>
            <a:r>
              <a:rPr lang="es-419">
                <a:solidFill>
                  <a:srgbClr val="444444"/>
                </a:solidFill>
                <a:latin typeface="Roboto Mono"/>
                <a:ea typeface="Roboto Mono"/>
                <a:cs typeface="Roboto Mono"/>
                <a:sym typeface="Roboto Mono"/>
              </a:rPr>
              <a:t>(</a:t>
            </a:r>
            <a:r>
              <a:rPr b="1" lang="es-419">
                <a:solidFill>
                  <a:srgbClr val="444444"/>
                </a:solidFill>
                <a:latin typeface="Roboto Mono"/>
                <a:ea typeface="Roboto Mono"/>
                <a:cs typeface="Roboto Mono"/>
                <a:sym typeface="Roboto Mono"/>
              </a:rPr>
              <a:t>type</a:t>
            </a:r>
            <a:r>
              <a:rPr lang="es-419">
                <a:solidFill>
                  <a:srgbClr val="444444"/>
                </a:solidFill>
                <a:latin typeface="Roboto Mono"/>
                <a:ea typeface="Roboto Mono"/>
                <a:cs typeface="Roboto Mono"/>
                <a:sym typeface="Roboto Mono"/>
              </a:rPr>
              <a:t>(decimal)) </a:t>
            </a:r>
            <a:r>
              <a:rPr lang="es-419">
                <a:solidFill>
                  <a:srgbClr val="888888"/>
                </a:solidFill>
                <a:latin typeface="Roboto Mono"/>
                <a:ea typeface="Roboto Mono"/>
                <a:cs typeface="Roboto Mono"/>
                <a:sym typeface="Roboto Mono"/>
              </a:rPr>
              <a:t># float</a:t>
            </a:r>
            <a:endParaRPr>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419">
                <a:solidFill>
                  <a:srgbClr val="444444"/>
                </a:solidFill>
                <a:latin typeface="Roboto Mono"/>
                <a:ea typeface="Roboto Mono"/>
                <a:cs typeface="Roboto Mono"/>
                <a:sym typeface="Roboto Mono"/>
              </a:rPr>
              <a:t>print</a:t>
            </a:r>
            <a:r>
              <a:rPr lang="es-419">
                <a:solidFill>
                  <a:srgbClr val="444444"/>
                </a:solidFill>
                <a:latin typeface="Roboto Mono"/>
                <a:ea typeface="Roboto Mono"/>
                <a:cs typeface="Roboto Mono"/>
                <a:sym typeface="Roboto Mono"/>
              </a:rPr>
              <a:t>(</a:t>
            </a:r>
            <a:r>
              <a:rPr b="1" lang="es-419">
                <a:solidFill>
                  <a:srgbClr val="444444"/>
                </a:solidFill>
                <a:latin typeface="Roboto Mono"/>
                <a:ea typeface="Roboto Mono"/>
                <a:cs typeface="Roboto Mono"/>
                <a:sym typeface="Roboto Mono"/>
              </a:rPr>
              <a:t>type</a:t>
            </a:r>
            <a:r>
              <a:rPr lang="es-419">
                <a:solidFill>
                  <a:srgbClr val="444444"/>
                </a:solidFill>
                <a:latin typeface="Roboto Mono"/>
                <a:ea typeface="Roboto Mono"/>
                <a:cs typeface="Roboto Mono"/>
                <a:sym typeface="Roboto Mono"/>
              </a:rPr>
              <a:t>(texto)) </a:t>
            </a:r>
            <a:r>
              <a:rPr lang="es-419">
                <a:solidFill>
                  <a:srgbClr val="888888"/>
                </a:solidFill>
                <a:latin typeface="Roboto Mono"/>
                <a:ea typeface="Roboto Mono"/>
                <a:cs typeface="Roboto Mono"/>
                <a:sym typeface="Roboto Mono"/>
              </a:rPr>
              <a:t># str</a:t>
            </a:r>
            <a:endParaRPr>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title"/>
          </p:nvPr>
        </p:nvSpPr>
        <p:spPr>
          <a:xfrm>
            <a:off x="275000" y="533400"/>
            <a:ext cx="4227300" cy="3990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lang="es-419" sz="2020"/>
              <a:t>Es importante señalar que la función type se aplica a la variable, y no al </a:t>
            </a:r>
            <a:r>
              <a:rPr b="0" lang="es-419" sz="2020">
                <a:solidFill>
                  <a:schemeClr val="dk2"/>
                </a:solidFill>
                <a:highlight>
                  <a:srgbClr val="EFEFEF"/>
                </a:highlight>
                <a:latin typeface="Roboto Mono"/>
                <a:ea typeface="Roboto Mono"/>
                <a:cs typeface="Roboto Mono"/>
                <a:sym typeface="Roboto Mono"/>
              </a:rPr>
              <a:t>print()</a:t>
            </a:r>
            <a:r>
              <a:rPr lang="es-419" sz="2020"/>
              <a:t>. </a:t>
            </a:r>
            <a:endParaRPr sz="2020"/>
          </a:p>
          <a:p>
            <a:pPr indent="0" lvl="0" marL="0" rtl="0" algn="ctr">
              <a:spcBef>
                <a:spcPts val="0"/>
              </a:spcBef>
              <a:spcAft>
                <a:spcPts val="0"/>
              </a:spcAft>
              <a:buSzPts val="990"/>
              <a:buNone/>
            </a:pPr>
            <a:r>
              <a:t/>
            </a:r>
            <a:endParaRPr sz="2020"/>
          </a:p>
          <a:p>
            <a:pPr indent="0" lvl="0" marL="0" rtl="0" algn="ctr">
              <a:spcBef>
                <a:spcPts val="0"/>
              </a:spcBef>
              <a:spcAft>
                <a:spcPts val="0"/>
              </a:spcAft>
              <a:buSzPts val="990"/>
              <a:buNone/>
            </a:pPr>
            <a:r>
              <a:rPr lang="es-419" sz="2020"/>
              <a:t>Ejecutar </a:t>
            </a:r>
            <a:r>
              <a:rPr b="0" lang="es-419" sz="2020">
                <a:solidFill>
                  <a:schemeClr val="dk2"/>
                </a:solidFill>
                <a:highlight>
                  <a:srgbClr val="EFEFEF"/>
                </a:highlight>
                <a:latin typeface="Roboto Mono"/>
                <a:ea typeface="Roboto Mono"/>
                <a:cs typeface="Roboto Mono"/>
                <a:sym typeface="Roboto Mono"/>
              </a:rPr>
              <a:t>type(print(entero))</a:t>
            </a:r>
            <a:r>
              <a:rPr lang="es-419" sz="2020"/>
              <a:t> devolverá un tipo None, ya que print no es un tipo de dato, sino una función para imprimir en pantalla valores o información.</a:t>
            </a:r>
            <a:endParaRPr sz="202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Manipulando variables</a:t>
            </a:r>
            <a:endParaRPr/>
          </a:p>
        </p:txBody>
      </p:sp>
      <p:sp>
        <p:nvSpPr>
          <p:cNvPr id="296" name="Google Shape;296;p46"/>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Es posible trabajar con variables previamente definidas. Estas variables contendrán el valor asignado a lo largo de la ejecución de todo el código o hasta que este sea reasignado.</a:t>
            </a:r>
            <a:endParaRPr/>
          </a:p>
          <a:p>
            <a:pPr indent="-330200" lvl="0" marL="457200" rtl="0" algn="l">
              <a:spcBef>
                <a:spcPts val="0"/>
              </a:spcBef>
              <a:spcAft>
                <a:spcPts val="0"/>
              </a:spcAft>
              <a:buSzPts val="1600"/>
              <a:buChar char="●"/>
            </a:pPr>
            <a:r>
              <a:rPr lang="es-419"/>
              <a:t>Una variable de un tipo específico conserva todas las propiedades de su tipo de dato original.</a:t>
            </a:r>
            <a:endParaRPr/>
          </a:p>
        </p:txBody>
      </p:sp>
      <p:sp>
        <p:nvSpPr>
          <p:cNvPr id="297" name="Google Shape;297;p46"/>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98" name="Google Shape;298;p46"/>
          <p:cNvSpPr txBox="1"/>
          <p:nvPr/>
        </p:nvSpPr>
        <p:spPr>
          <a:xfrm>
            <a:off x="277050" y="3123475"/>
            <a:ext cx="4049700" cy="692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444444"/>
                </a:solidFill>
                <a:latin typeface="Roboto Mono"/>
                <a:ea typeface="Roboto Mono"/>
                <a:cs typeface="Roboto Mono"/>
                <a:sym typeface="Roboto Mono"/>
              </a:rPr>
              <a:t>a = </a:t>
            </a:r>
            <a:r>
              <a:rPr lang="es-419" sz="1000">
                <a:solidFill>
                  <a:srgbClr val="880000"/>
                </a:solidFill>
                <a:latin typeface="Roboto Mono"/>
                <a:ea typeface="Roboto Mono"/>
                <a:cs typeface="Roboto Mono"/>
                <a:sym typeface="Roboto Mono"/>
              </a:rPr>
              <a:t>2 </a:t>
            </a:r>
            <a:r>
              <a:rPr lang="es-419" sz="1000">
                <a:solidFill>
                  <a:srgbClr val="888888"/>
                </a:solidFill>
                <a:latin typeface="Roboto Mono"/>
                <a:ea typeface="Roboto Mono"/>
                <a:cs typeface="Roboto Mono"/>
                <a:sym typeface="Roboto Mono"/>
              </a:rPr>
              <a:t># se asigna el valor 2 a la variable a </a:t>
            </a:r>
            <a:br>
              <a:rPr lang="es-419" sz="1000">
                <a:solidFill>
                  <a:srgbClr val="444444"/>
                </a:solidFill>
                <a:latin typeface="Roboto Mono"/>
                <a:ea typeface="Roboto Mono"/>
                <a:cs typeface="Roboto Mono"/>
                <a:sym typeface="Roboto Mono"/>
              </a:rPr>
            </a:br>
            <a:r>
              <a:rPr lang="es-419" sz="1000">
                <a:solidFill>
                  <a:srgbClr val="444444"/>
                </a:solidFill>
                <a:latin typeface="Roboto Mono"/>
                <a:ea typeface="Roboto Mono"/>
                <a:cs typeface="Roboto Mono"/>
                <a:sym typeface="Roboto Mono"/>
              </a:rPr>
              <a:t>a = a + </a:t>
            </a:r>
            <a:r>
              <a:rPr lang="es-419" sz="1000">
                <a:solidFill>
                  <a:srgbClr val="880000"/>
                </a:solidFill>
                <a:latin typeface="Roboto Mono"/>
                <a:ea typeface="Roboto Mono"/>
                <a:cs typeface="Roboto Mono"/>
                <a:sym typeface="Roboto Mono"/>
              </a:rPr>
              <a:t>1 </a:t>
            </a:r>
            <a:r>
              <a:rPr lang="es-419" sz="1000">
                <a:solidFill>
                  <a:srgbClr val="888888"/>
                </a:solidFill>
                <a:latin typeface="Roboto Mono"/>
                <a:ea typeface="Roboto Mono"/>
                <a:cs typeface="Roboto Mono"/>
                <a:sym typeface="Roboto Mono"/>
              </a:rPr>
              <a:t># se suma 1 al valor de a y se reasigna</a:t>
            </a:r>
            <a:br>
              <a:rPr lang="es-419" sz="1000">
                <a:solidFill>
                  <a:srgbClr val="888888"/>
                </a:solidFill>
                <a:latin typeface="Roboto Mono"/>
                <a:ea typeface="Roboto Mono"/>
                <a:cs typeface="Roboto Mono"/>
                <a:sym typeface="Roboto Mono"/>
              </a:rPr>
            </a:br>
            <a:r>
              <a:rPr b="1" lang="es-419" sz="1000">
                <a:solidFill>
                  <a:srgbClr val="444444"/>
                </a:solidFill>
                <a:latin typeface="Roboto Mono"/>
                <a:ea typeface="Roboto Mono"/>
                <a:cs typeface="Roboto Mono"/>
                <a:sym typeface="Roboto Mono"/>
              </a:rPr>
              <a:t>print</a:t>
            </a:r>
            <a:r>
              <a:rPr lang="es-419" sz="1000">
                <a:solidFill>
                  <a:srgbClr val="444444"/>
                </a:solidFill>
                <a:latin typeface="Roboto Mono"/>
                <a:ea typeface="Roboto Mono"/>
                <a:cs typeface="Roboto Mono"/>
                <a:sym typeface="Roboto Mono"/>
              </a:rPr>
              <a:t>(a) </a:t>
            </a:r>
            <a:r>
              <a:rPr lang="es-419" sz="1000">
                <a:solidFill>
                  <a:srgbClr val="888888"/>
                </a:solidFill>
                <a:latin typeface="Roboto Mono"/>
                <a:ea typeface="Roboto Mono"/>
                <a:cs typeface="Roboto Mono"/>
                <a:sym typeface="Roboto Mono"/>
              </a:rPr>
              <a:t># se muestra el resultado final</a:t>
            </a:r>
            <a:endParaRPr sz="1000">
              <a:latin typeface="Roboto Mono"/>
              <a:ea typeface="Roboto Mono"/>
              <a:cs typeface="Roboto Mono"/>
              <a:sym typeface="Roboto Mono"/>
            </a:endParaRPr>
          </a:p>
        </p:txBody>
      </p:sp>
      <p:sp>
        <p:nvSpPr>
          <p:cNvPr id="299" name="Google Shape;299;p46"/>
          <p:cNvSpPr txBox="1"/>
          <p:nvPr/>
        </p:nvSpPr>
        <p:spPr>
          <a:xfrm>
            <a:off x="4791150" y="2894875"/>
            <a:ext cx="4049700" cy="1577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444444"/>
                </a:solidFill>
                <a:highlight>
                  <a:srgbClr val="F0F0F0"/>
                </a:highlight>
                <a:latin typeface="Roboto Mono"/>
                <a:ea typeface="Roboto Mono"/>
                <a:cs typeface="Roboto Mono"/>
                <a:sym typeface="Roboto Mono"/>
              </a:rPr>
              <a:t>nombre = </a:t>
            </a:r>
            <a:r>
              <a:rPr lang="es-419" sz="1000">
                <a:solidFill>
                  <a:srgbClr val="880000"/>
                </a:solidFill>
                <a:highlight>
                  <a:srgbClr val="F0F0F0"/>
                </a:highlight>
                <a:latin typeface="Roboto Mono"/>
                <a:ea typeface="Roboto Mono"/>
                <a:cs typeface="Roboto Mono"/>
                <a:sym typeface="Roboto Mono"/>
              </a:rPr>
              <a:t>"Carlos" </a:t>
            </a:r>
            <a:endParaRPr sz="1000">
              <a:solidFill>
                <a:srgbClr val="8800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se asigna el valor Carlos a la variable nombre</a:t>
            </a:r>
            <a:endParaRPr sz="1000">
              <a:solidFill>
                <a:srgbClr val="888888"/>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444444"/>
                </a:solidFill>
                <a:highlight>
                  <a:srgbClr val="F0F0F0"/>
                </a:highlight>
                <a:latin typeface="Roboto Mono"/>
                <a:ea typeface="Roboto Mono"/>
                <a:cs typeface="Roboto Mono"/>
                <a:sym typeface="Roboto Mono"/>
              </a:rPr>
              <a:t>apellido =</a:t>
            </a:r>
            <a:r>
              <a:rPr lang="es-419" sz="1000">
                <a:solidFill>
                  <a:srgbClr val="880000"/>
                </a:solidFill>
                <a:highlight>
                  <a:srgbClr val="F0F0F0"/>
                </a:highlight>
                <a:latin typeface="Roboto Mono"/>
                <a:ea typeface="Roboto Mono"/>
                <a:cs typeface="Roboto Mono"/>
                <a:sym typeface="Roboto Mono"/>
              </a:rPr>
              <a:t> "Santana" </a:t>
            </a:r>
            <a:endParaRPr sz="1000">
              <a:solidFill>
                <a:srgbClr val="8800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se asigna el valor Santana a la variable apellido</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444444"/>
                </a:solidFill>
                <a:highlight>
                  <a:srgbClr val="F0F0F0"/>
                </a:highlight>
                <a:latin typeface="Roboto Mono"/>
                <a:ea typeface="Roboto Mono"/>
                <a:cs typeface="Roboto Mono"/>
                <a:sym typeface="Roboto Mono"/>
              </a:rPr>
              <a:t> </a:t>
            </a:r>
            <a:br>
              <a:rPr lang="es-419" sz="1000">
                <a:solidFill>
                  <a:srgbClr val="444444"/>
                </a:solidFill>
                <a:highlight>
                  <a:srgbClr val="F0F0F0"/>
                </a:highlight>
                <a:latin typeface="Roboto Mono"/>
                <a:ea typeface="Roboto Mono"/>
                <a:cs typeface="Roboto Mono"/>
                <a:sym typeface="Roboto Mono"/>
              </a:rPr>
            </a:b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(nombre + </a:t>
            </a:r>
            <a:r>
              <a:rPr lang="es-419" sz="1000">
                <a:solidFill>
                  <a:srgbClr val="880000"/>
                </a:solidFill>
                <a:highlight>
                  <a:srgbClr val="F0F0F0"/>
                </a:highlight>
                <a:latin typeface="Roboto Mono"/>
                <a:ea typeface="Roboto Mono"/>
                <a:cs typeface="Roboto Mono"/>
                <a:sym typeface="Roboto Mono"/>
              </a:rPr>
              <a:t>" " </a:t>
            </a:r>
            <a:r>
              <a:rPr lang="es-419" sz="1000">
                <a:solidFill>
                  <a:srgbClr val="444444"/>
                </a:solidFill>
                <a:highlight>
                  <a:srgbClr val="F0F0F0"/>
                </a:highlight>
                <a:latin typeface="Roboto Mono"/>
                <a:ea typeface="Roboto Mono"/>
                <a:cs typeface="Roboto Mono"/>
                <a:sym typeface="Roboto Mono"/>
              </a:rPr>
              <a:t>+ apellido) </a:t>
            </a:r>
            <a:endParaRPr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se muestra el resultado final</a:t>
            </a:r>
            <a:endParaRPr sz="1000">
              <a:solidFill>
                <a:srgbClr val="444444"/>
              </a:solidFill>
              <a:latin typeface="Roboto Mono"/>
              <a:ea typeface="Roboto Mono"/>
              <a:cs typeface="Roboto Mono"/>
              <a:sym typeface="Roboto Mono"/>
            </a:endParaRPr>
          </a:p>
        </p:txBody>
      </p:sp>
      <p:sp>
        <p:nvSpPr>
          <p:cNvPr id="300" name="Google Shape;300;p46"/>
          <p:cNvSpPr txBox="1"/>
          <p:nvPr/>
        </p:nvSpPr>
        <p:spPr>
          <a:xfrm>
            <a:off x="277050" y="3961675"/>
            <a:ext cx="4049700" cy="3387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880000"/>
                </a:solidFill>
                <a:latin typeface="Roboto Mono"/>
                <a:ea typeface="Roboto Mono"/>
                <a:cs typeface="Roboto Mono"/>
                <a:sym typeface="Roboto Mono"/>
              </a:rPr>
              <a:t>3</a:t>
            </a:r>
            <a:endParaRPr sz="1000">
              <a:latin typeface="Roboto Mono"/>
              <a:ea typeface="Roboto Mono"/>
              <a:cs typeface="Roboto Mono"/>
              <a:sym typeface="Roboto Mono"/>
            </a:endParaRPr>
          </a:p>
        </p:txBody>
      </p:sp>
      <p:sp>
        <p:nvSpPr>
          <p:cNvPr id="301" name="Google Shape;301;p46"/>
          <p:cNvSpPr txBox="1"/>
          <p:nvPr/>
        </p:nvSpPr>
        <p:spPr>
          <a:xfrm>
            <a:off x="4791150" y="4647475"/>
            <a:ext cx="4049700" cy="3540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0000"/>
                </a:solidFill>
                <a:latin typeface="Consolas"/>
                <a:ea typeface="Consolas"/>
                <a:cs typeface="Consolas"/>
                <a:sym typeface="Consolas"/>
              </a:rPr>
              <a:t>"Carlos Santana"</a:t>
            </a:r>
            <a:endParaRPr sz="1000">
              <a:solidFill>
                <a:srgbClr val="444444"/>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Transformando los datos</a:t>
            </a:r>
            <a:endParaRPr/>
          </a:p>
        </p:txBody>
      </p:sp>
      <p:sp>
        <p:nvSpPr>
          <p:cNvPr id="307" name="Google Shape;307;p47"/>
          <p:cNvSpPr txBox="1"/>
          <p:nvPr>
            <p:ph idx="1" type="body"/>
          </p:nvPr>
        </p:nvSpPr>
        <p:spPr>
          <a:xfrm>
            <a:off x="3550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t>
            </a:r>
            <a:r>
              <a:rPr lang="es-419"/>
              <a:t>ermite introducir una variable, un dato o una operación válida dentro un String.</a:t>
            </a:r>
            <a:endParaRPr/>
          </a:p>
        </p:txBody>
      </p:sp>
      <p:sp>
        <p:nvSpPr>
          <p:cNvPr id="308" name="Google Shape;308;p47"/>
          <p:cNvSpPr txBox="1"/>
          <p:nvPr>
            <p:ph idx="2" type="title"/>
          </p:nvPr>
        </p:nvSpPr>
        <p:spPr>
          <a:xfrm>
            <a:off x="355000" y="709825"/>
            <a:ext cx="4113000" cy="58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Interpolación</a:t>
            </a:r>
            <a:endParaRPr/>
          </a:p>
        </p:txBody>
      </p:sp>
      <p:sp>
        <p:nvSpPr>
          <p:cNvPr id="309" name="Google Shape;309;p47"/>
          <p:cNvSpPr txBox="1"/>
          <p:nvPr>
            <p:ph idx="3" type="body"/>
          </p:nvPr>
        </p:nvSpPr>
        <p:spPr>
          <a:xfrm>
            <a:off x="4698400" y="1433725"/>
            <a:ext cx="41130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t>
            </a:r>
            <a:r>
              <a:rPr lang="es-419"/>
              <a:t>ermite controlar la precisión de los decimales de manera muy sencilla.</a:t>
            </a:r>
            <a:endParaRPr/>
          </a:p>
        </p:txBody>
      </p:sp>
      <p:sp>
        <p:nvSpPr>
          <p:cNvPr id="310" name="Google Shape;310;p47"/>
          <p:cNvSpPr txBox="1"/>
          <p:nvPr>
            <p:ph idx="2" type="title"/>
          </p:nvPr>
        </p:nvSpPr>
        <p:spPr>
          <a:xfrm>
            <a:off x="4727850" y="709825"/>
            <a:ext cx="4113000" cy="58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Precisión de datos</a:t>
            </a:r>
            <a:endParaRPr/>
          </a:p>
        </p:txBody>
      </p:sp>
      <p:sp>
        <p:nvSpPr>
          <p:cNvPr id="311" name="Google Shape;311;p47"/>
          <p:cNvSpPr txBox="1"/>
          <p:nvPr/>
        </p:nvSpPr>
        <p:spPr>
          <a:xfrm>
            <a:off x="353250" y="2132875"/>
            <a:ext cx="4049700" cy="1046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444444"/>
                </a:solidFill>
                <a:highlight>
                  <a:srgbClr val="F0F0F0"/>
                </a:highlight>
                <a:latin typeface="Roboto Mono"/>
                <a:ea typeface="Roboto Mono"/>
                <a:cs typeface="Roboto Mono"/>
                <a:sym typeface="Roboto Mono"/>
              </a:rPr>
              <a:t>nombre = </a:t>
            </a:r>
            <a:r>
              <a:rPr lang="es-419" sz="1000">
                <a:solidFill>
                  <a:srgbClr val="880000"/>
                </a:solidFill>
                <a:highlight>
                  <a:srgbClr val="F0F0F0"/>
                </a:highlight>
                <a:latin typeface="Roboto Mono"/>
                <a:ea typeface="Roboto Mono"/>
                <a:cs typeface="Roboto Mono"/>
                <a:sym typeface="Roboto Mono"/>
              </a:rPr>
              <a:t>'Carlos'</a:t>
            </a:r>
            <a:br>
              <a:rPr lang="es-419" sz="1000">
                <a:solidFill>
                  <a:srgbClr val="880000"/>
                </a:solidFill>
                <a:highlight>
                  <a:srgbClr val="F0F0F0"/>
                </a:highlight>
                <a:latin typeface="Roboto Mono"/>
                <a:ea typeface="Roboto Mono"/>
                <a:cs typeface="Roboto Mono"/>
                <a:sym typeface="Roboto Mono"/>
              </a:rPr>
            </a:br>
            <a:r>
              <a:rPr lang="es-419" sz="1000">
                <a:solidFill>
                  <a:srgbClr val="444444"/>
                </a:solidFill>
                <a:highlight>
                  <a:srgbClr val="F0F0F0"/>
                </a:highlight>
                <a:latin typeface="Roboto Mono"/>
                <a:ea typeface="Roboto Mono"/>
                <a:cs typeface="Roboto Mono"/>
                <a:sym typeface="Roboto Mono"/>
              </a:rPr>
              <a:t>apellido = </a:t>
            </a:r>
            <a:r>
              <a:rPr lang="es-419" sz="1000">
                <a:solidFill>
                  <a:srgbClr val="880000"/>
                </a:solidFill>
                <a:highlight>
                  <a:srgbClr val="F0F0F0"/>
                </a:highlight>
                <a:latin typeface="Roboto Mono"/>
                <a:ea typeface="Roboto Mono"/>
                <a:cs typeface="Roboto Mono"/>
                <a:sym typeface="Roboto Mono"/>
              </a:rPr>
              <a:t>'Santana'</a:t>
            </a:r>
            <a:br>
              <a:rPr lang="es-419" sz="1000">
                <a:solidFill>
                  <a:srgbClr val="444444"/>
                </a:solidFill>
                <a:highlight>
                  <a:srgbClr val="F0F0F0"/>
                </a:highlight>
                <a:latin typeface="Roboto Mono"/>
                <a:ea typeface="Roboto Mono"/>
                <a:cs typeface="Roboto Mono"/>
                <a:sym typeface="Roboto Mono"/>
              </a:rPr>
            </a:br>
            <a:r>
              <a:rPr lang="es-419" sz="1000">
                <a:solidFill>
                  <a:srgbClr val="888888"/>
                </a:solidFill>
                <a:highlight>
                  <a:srgbClr val="F0F0F0"/>
                </a:highlight>
                <a:latin typeface="Roboto Mono"/>
                <a:ea typeface="Roboto Mono"/>
                <a:cs typeface="Roboto Mono"/>
                <a:sym typeface="Roboto Mono"/>
              </a:rPr>
              <a:t># Interpolación</a:t>
            </a:r>
            <a:br>
              <a:rPr lang="es-419" sz="1000">
                <a:solidFill>
                  <a:srgbClr val="444444"/>
                </a:solidFill>
                <a:highlight>
                  <a:srgbClr val="F0F0F0"/>
                </a:highlight>
                <a:latin typeface="Roboto Mono"/>
                <a:ea typeface="Roboto Mono"/>
                <a:cs typeface="Roboto Mono"/>
                <a:sym typeface="Roboto Mono"/>
              </a:rPr>
            </a:b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a:t>
            </a:r>
            <a:r>
              <a:rPr lang="es-419" sz="1000">
                <a:solidFill>
                  <a:srgbClr val="880000"/>
                </a:solidFill>
                <a:highlight>
                  <a:srgbClr val="F0F0F0"/>
                </a:highlight>
                <a:latin typeface="Roboto Mono"/>
                <a:ea typeface="Roboto Mono"/>
                <a:cs typeface="Roboto Mono"/>
                <a:sym typeface="Roboto Mono"/>
              </a:rPr>
              <a:t>"Mi nombre es {} {}"</a:t>
            </a:r>
            <a:r>
              <a:rPr lang="es-419" sz="1000">
                <a:solidFill>
                  <a:srgbClr val="444444"/>
                </a:solidFill>
                <a:highlight>
                  <a:srgbClr val="F0F0F0"/>
                </a:highlight>
                <a:latin typeface="Roboto Mono"/>
                <a:ea typeface="Roboto Mono"/>
                <a:cs typeface="Roboto Mono"/>
                <a:sym typeface="Roboto Mono"/>
              </a:rPr>
              <a:t>.format(nombre, apellido))</a:t>
            </a:r>
            <a:endParaRPr sz="900">
              <a:latin typeface="Roboto Mono"/>
              <a:ea typeface="Roboto Mono"/>
              <a:cs typeface="Roboto Mono"/>
              <a:sym typeface="Roboto Mono"/>
            </a:endParaRPr>
          </a:p>
        </p:txBody>
      </p:sp>
      <p:sp>
        <p:nvSpPr>
          <p:cNvPr id="312" name="Google Shape;312;p47"/>
          <p:cNvSpPr txBox="1"/>
          <p:nvPr/>
        </p:nvSpPr>
        <p:spPr>
          <a:xfrm>
            <a:off x="353250" y="4114075"/>
            <a:ext cx="4049700" cy="3540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0000"/>
                </a:solidFill>
                <a:latin typeface="Roboto Mono"/>
                <a:ea typeface="Roboto Mono"/>
                <a:cs typeface="Roboto Mono"/>
                <a:sym typeface="Roboto Mono"/>
              </a:rPr>
              <a:t>Mi nombre es Carlos Santana</a:t>
            </a:r>
            <a:endParaRPr sz="1000">
              <a:latin typeface="Roboto Mono"/>
              <a:ea typeface="Roboto Mono"/>
              <a:cs typeface="Roboto Mono"/>
              <a:sym typeface="Roboto Mono"/>
            </a:endParaRPr>
          </a:p>
        </p:txBody>
      </p:sp>
      <p:sp>
        <p:nvSpPr>
          <p:cNvPr id="313" name="Google Shape;313;p47"/>
          <p:cNvSpPr txBox="1"/>
          <p:nvPr/>
        </p:nvSpPr>
        <p:spPr>
          <a:xfrm>
            <a:off x="353250" y="3199675"/>
            <a:ext cx="4049700" cy="869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444444"/>
                </a:solidFill>
                <a:highlight>
                  <a:srgbClr val="F0F0F0"/>
                </a:highlight>
                <a:latin typeface="Roboto Mono"/>
                <a:ea typeface="Roboto Mono"/>
                <a:cs typeface="Roboto Mono"/>
                <a:sym typeface="Roboto Mono"/>
              </a:rPr>
              <a:t>nombre = </a:t>
            </a:r>
            <a:r>
              <a:rPr lang="es-419" sz="1000">
                <a:solidFill>
                  <a:srgbClr val="880000"/>
                </a:solidFill>
                <a:highlight>
                  <a:srgbClr val="F0F0F0"/>
                </a:highlight>
                <a:latin typeface="Roboto Mono"/>
                <a:ea typeface="Roboto Mono"/>
                <a:cs typeface="Roboto Mono"/>
                <a:sym typeface="Roboto Mono"/>
              </a:rPr>
              <a:t>'Carlos'</a:t>
            </a:r>
            <a:br>
              <a:rPr lang="es-419" sz="1000">
                <a:solidFill>
                  <a:srgbClr val="444444"/>
                </a:solidFill>
                <a:highlight>
                  <a:srgbClr val="F0F0F0"/>
                </a:highlight>
                <a:latin typeface="Roboto Mono"/>
                <a:ea typeface="Roboto Mono"/>
                <a:cs typeface="Roboto Mono"/>
                <a:sym typeface="Roboto Mono"/>
              </a:rPr>
            </a:br>
            <a:r>
              <a:rPr lang="es-419" sz="1000">
                <a:solidFill>
                  <a:srgbClr val="444444"/>
                </a:solidFill>
                <a:highlight>
                  <a:srgbClr val="F0F0F0"/>
                </a:highlight>
                <a:latin typeface="Roboto Mono"/>
                <a:ea typeface="Roboto Mono"/>
                <a:cs typeface="Roboto Mono"/>
                <a:sym typeface="Roboto Mono"/>
              </a:rPr>
              <a:t>apellido = </a:t>
            </a:r>
            <a:r>
              <a:rPr lang="es-419" sz="1000">
                <a:solidFill>
                  <a:srgbClr val="880000"/>
                </a:solidFill>
                <a:highlight>
                  <a:srgbClr val="F0F0F0"/>
                </a:highlight>
                <a:latin typeface="Roboto Mono"/>
                <a:ea typeface="Roboto Mono"/>
                <a:cs typeface="Roboto Mono"/>
                <a:sym typeface="Roboto Mono"/>
              </a:rPr>
              <a:t>'Santana'</a:t>
            </a:r>
            <a:br>
              <a:rPr lang="es-419" sz="1000">
                <a:solidFill>
                  <a:srgbClr val="444444"/>
                </a:solidFill>
                <a:highlight>
                  <a:srgbClr val="F0F0F0"/>
                </a:highlight>
                <a:latin typeface="Roboto Mono"/>
                <a:ea typeface="Roboto Mono"/>
                <a:cs typeface="Roboto Mono"/>
                <a:sym typeface="Roboto Mono"/>
              </a:rPr>
            </a:br>
            <a:r>
              <a:rPr lang="es-419" sz="1000">
                <a:solidFill>
                  <a:srgbClr val="888888"/>
                </a:solidFill>
                <a:highlight>
                  <a:srgbClr val="F0F0F0"/>
                </a:highlight>
                <a:latin typeface="Roboto Mono"/>
                <a:ea typeface="Roboto Mono"/>
                <a:cs typeface="Roboto Mono"/>
                <a:sym typeface="Roboto Mono"/>
              </a:rPr>
              <a:t># Interpolación</a:t>
            </a:r>
            <a:br>
              <a:rPr lang="es-419" sz="1000">
                <a:solidFill>
                  <a:srgbClr val="444444"/>
                </a:solidFill>
                <a:highlight>
                  <a:srgbClr val="F0F0F0"/>
                </a:highlight>
                <a:latin typeface="Roboto Mono"/>
                <a:ea typeface="Roboto Mono"/>
                <a:cs typeface="Roboto Mono"/>
                <a:sym typeface="Roboto Mono"/>
              </a:rPr>
            </a:b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a:t>
            </a:r>
            <a:r>
              <a:rPr lang="es-419" sz="1000">
                <a:solidFill>
                  <a:srgbClr val="880000"/>
                </a:solidFill>
                <a:highlight>
                  <a:srgbClr val="F0F0F0"/>
                </a:highlight>
                <a:latin typeface="Roboto Mono"/>
                <a:ea typeface="Roboto Mono"/>
                <a:cs typeface="Roboto Mono"/>
                <a:sym typeface="Roboto Mono"/>
              </a:rPr>
              <a:t>f"Mi nombre es {nombre} {apellido}"</a:t>
            </a:r>
            <a:r>
              <a:rPr lang="es-419" sz="1000">
                <a:solidFill>
                  <a:srgbClr val="444444"/>
                </a:solidFill>
                <a:highlight>
                  <a:srgbClr val="F0F0F0"/>
                </a:highlight>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314" name="Google Shape;314;p47"/>
          <p:cNvSpPr txBox="1"/>
          <p:nvPr/>
        </p:nvSpPr>
        <p:spPr>
          <a:xfrm>
            <a:off x="4696650" y="2132875"/>
            <a:ext cx="4049700" cy="515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Operación que arroja varios decimales</a:t>
            </a:r>
            <a:endParaRPr b="1"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a:t>
            </a:r>
            <a:r>
              <a:rPr lang="es-419" sz="1000">
                <a:solidFill>
                  <a:srgbClr val="880000"/>
                </a:solidFill>
                <a:highlight>
                  <a:srgbClr val="F0F0F0"/>
                </a:highlight>
                <a:latin typeface="Roboto Mono"/>
                <a:ea typeface="Roboto Mono"/>
                <a:cs typeface="Roboto Mono"/>
                <a:sym typeface="Roboto Mono"/>
              </a:rPr>
              <a:t>f'El resultado es {1/9}'</a:t>
            </a:r>
            <a:r>
              <a:rPr lang="es-419" sz="1000">
                <a:solidFill>
                  <a:srgbClr val="444444"/>
                </a:solidFill>
                <a:highlight>
                  <a:srgbClr val="F0F0F0"/>
                </a:highlight>
                <a:latin typeface="Roboto Mono"/>
                <a:ea typeface="Roboto Mono"/>
                <a:cs typeface="Roboto Mono"/>
                <a:sym typeface="Roboto Mono"/>
              </a:rPr>
              <a:t>)</a:t>
            </a:r>
            <a:endParaRPr sz="1000">
              <a:solidFill>
                <a:srgbClr val="444444"/>
              </a:solidFill>
              <a:highlight>
                <a:srgbClr val="F0F0F0"/>
              </a:highlight>
              <a:latin typeface="Roboto Mono"/>
              <a:ea typeface="Roboto Mono"/>
              <a:cs typeface="Roboto Mono"/>
              <a:sym typeface="Roboto Mono"/>
            </a:endParaRPr>
          </a:p>
        </p:txBody>
      </p:sp>
      <p:sp>
        <p:nvSpPr>
          <p:cNvPr id="315" name="Google Shape;315;p47"/>
          <p:cNvSpPr txBox="1"/>
          <p:nvPr/>
        </p:nvSpPr>
        <p:spPr>
          <a:xfrm>
            <a:off x="4696650" y="2742475"/>
            <a:ext cx="4049700" cy="3540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0000"/>
                </a:solidFill>
                <a:latin typeface="Roboto Mono"/>
                <a:ea typeface="Roboto Mono"/>
                <a:cs typeface="Roboto Mono"/>
                <a:sym typeface="Roboto Mono"/>
              </a:rPr>
              <a:t>El resultado es 0.1111111111111111</a:t>
            </a:r>
            <a:endParaRPr sz="1000">
              <a:solidFill>
                <a:srgbClr val="444444"/>
              </a:solidFill>
              <a:latin typeface="Roboto Mono"/>
              <a:ea typeface="Roboto Mono"/>
              <a:cs typeface="Roboto Mono"/>
              <a:sym typeface="Roboto Mono"/>
            </a:endParaRPr>
          </a:p>
        </p:txBody>
      </p:sp>
      <p:sp>
        <p:nvSpPr>
          <p:cNvPr id="316" name="Google Shape;316;p47"/>
          <p:cNvSpPr txBox="1"/>
          <p:nvPr/>
        </p:nvSpPr>
        <p:spPr>
          <a:xfrm>
            <a:off x="4696650" y="3504475"/>
            <a:ext cx="4049700" cy="515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000">
                <a:solidFill>
                  <a:srgbClr val="888888"/>
                </a:solidFill>
                <a:highlight>
                  <a:srgbClr val="F0F0F0"/>
                </a:highlight>
                <a:latin typeface="Roboto Mono"/>
                <a:ea typeface="Roboto Mono"/>
                <a:cs typeface="Roboto Mono"/>
                <a:sym typeface="Roboto Mono"/>
              </a:rPr>
              <a:t># Muestro sólo 2 decimales</a:t>
            </a:r>
            <a:endParaRPr b="1" sz="1000">
              <a:solidFill>
                <a:srgbClr val="444444"/>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419" sz="1000">
                <a:solidFill>
                  <a:srgbClr val="444444"/>
                </a:solidFill>
                <a:highlight>
                  <a:srgbClr val="F0F0F0"/>
                </a:highlight>
                <a:latin typeface="Roboto Mono"/>
                <a:ea typeface="Roboto Mono"/>
                <a:cs typeface="Roboto Mono"/>
                <a:sym typeface="Roboto Mono"/>
              </a:rPr>
              <a:t>print</a:t>
            </a:r>
            <a:r>
              <a:rPr lang="es-419" sz="1000">
                <a:solidFill>
                  <a:srgbClr val="444444"/>
                </a:solidFill>
                <a:highlight>
                  <a:srgbClr val="F0F0F0"/>
                </a:highlight>
                <a:latin typeface="Roboto Mono"/>
                <a:ea typeface="Roboto Mono"/>
                <a:cs typeface="Roboto Mono"/>
                <a:sym typeface="Roboto Mono"/>
              </a:rPr>
              <a:t>(</a:t>
            </a:r>
            <a:r>
              <a:rPr lang="es-419" sz="1000">
                <a:solidFill>
                  <a:srgbClr val="880000"/>
                </a:solidFill>
                <a:highlight>
                  <a:srgbClr val="F0F0F0"/>
                </a:highlight>
                <a:latin typeface="Roboto Mono"/>
                <a:ea typeface="Roboto Mono"/>
                <a:cs typeface="Roboto Mono"/>
                <a:sym typeface="Roboto Mono"/>
              </a:rPr>
              <a:t>f'El resultado es {</a:t>
            </a:r>
            <a:r>
              <a:rPr lang="es-419" sz="1000">
                <a:solidFill>
                  <a:srgbClr val="444444"/>
                </a:solidFill>
                <a:highlight>
                  <a:srgbClr val="F0F0F0"/>
                </a:highlight>
                <a:latin typeface="Roboto Mono"/>
                <a:ea typeface="Roboto Mono"/>
                <a:cs typeface="Roboto Mono"/>
                <a:sym typeface="Roboto Mono"/>
              </a:rPr>
              <a:t>1/9:.2f</a:t>
            </a:r>
            <a:r>
              <a:rPr lang="es-419" sz="1000">
                <a:solidFill>
                  <a:srgbClr val="880000"/>
                </a:solidFill>
                <a:highlight>
                  <a:srgbClr val="F0F0F0"/>
                </a:highlight>
                <a:latin typeface="Roboto Mono"/>
                <a:ea typeface="Roboto Mono"/>
                <a:cs typeface="Roboto Mono"/>
                <a:sym typeface="Roboto Mono"/>
              </a:rPr>
              <a:t>}'</a:t>
            </a:r>
            <a:r>
              <a:rPr lang="es-419" sz="1000">
                <a:solidFill>
                  <a:srgbClr val="444444"/>
                </a:solidFill>
                <a:highlight>
                  <a:srgbClr val="F0F0F0"/>
                </a:highlight>
                <a:latin typeface="Roboto Mono"/>
                <a:ea typeface="Roboto Mono"/>
                <a:cs typeface="Roboto Mono"/>
                <a:sym typeface="Roboto Mono"/>
              </a:rPr>
              <a:t>)</a:t>
            </a:r>
            <a:endParaRPr sz="1000">
              <a:solidFill>
                <a:srgbClr val="888888"/>
              </a:solidFill>
              <a:highlight>
                <a:srgbClr val="F0F0F0"/>
              </a:highlight>
              <a:latin typeface="Roboto Mono"/>
              <a:ea typeface="Roboto Mono"/>
              <a:cs typeface="Roboto Mono"/>
              <a:sym typeface="Roboto Mono"/>
            </a:endParaRPr>
          </a:p>
        </p:txBody>
      </p:sp>
      <p:sp>
        <p:nvSpPr>
          <p:cNvPr id="317" name="Google Shape;317;p47"/>
          <p:cNvSpPr txBox="1"/>
          <p:nvPr/>
        </p:nvSpPr>
        <p:spPr>
          <a:xfrm>
            <a:off x="4696650" y="4114075"/>
            <a:ext cx="4049700" cy="3540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880000"/>
                </a:solidFill>
                <a:latin typeface="Roboto Mono"/>
                <a:ea typeface="Roboto Mono"/>
                <a:cs typeface="Roboto Mono"/>
                <a:sym typeface="Roboto Mono"/>
              </a:rPr>
              <a:t>El resultado es 0.11</a:t>
            </a:r>
            <a:endParaRPr sz="1000">
              <a:solidFill>
                <a:srgbClr val="444444"/>
              </a:solidFill>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txBox="1"/>
          <p:nvPr>
            <p:ph type="title"/>
          </p:nvPr>
        </p:nvSpPr>
        <p:spPr>
          <a:xfrm>
            <a:off x="311700" y="22854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 Ingresando datos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9"/>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Ingresando datos</a:t>
            </a:r>
            <a:endParaRPr/>
          </a:p>
        </p:txBody>
      </p:sp>
      <p:sp>
        <p:nvSpPr>
          <p:cNvPr id="328" name="Google Shape;328;p49"/>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Input abre un prompt o un cuadro de diálogo que permite al usuario ingresar texto que puede ser utilizado  en el programa. </a:t>
            </a:r>
            <a:endParaRPr/>
          </a:p>
          <a:p>
            <a:pPr indent="-330200" lvl="0" marL="457200" rtl="0" algn="l">
              <a:spcBef>
                <a:spcPts val="0"/>
              </a:spcBef>
              <a:spcAft>
                <a:spcPts val="0"/>
              </a:spcAft>
              <a:buSzPts val="1600"/>
              <a:buChar char="●"/>
            </a:pPr>
            <a:r>
              <a:rPr lang="es-419"/>
              <a:t>Adicionalmente, si dentro del Input agregamos un texto, este texto será utilizado como mensaje adjunto al cuadro de diálogo.</a:t>
            </a:r>
            <a:endParaRPr/>
          </a:p>
          <a:p>
            <a:pPr indent="-330200" lvl="0" marL="457200" rtl="0" algn="l">
              <a:spcBef>
                <a:spcPts val="0"/>
              </a:spcBef>
              <a:spcAft>
                <a:spcPts val="0"/>
              </a:spcAft>
              <a:buSzPts val="1600"/>
              <a:buChar char="●"/>
            </a:pPr>
            <a:r>
              <a:rPr lang="es-419"/>
              <a:t>El valor ingresado con input() siempre será de tipo string.</a:t>
            </a:r>
            <a:endParaRPr/>
          </a:p>
        </p:txBody>
      </p:sp>
      <p:sp>
        <p:nvSpPr>
          <p:cNvPr id="329" name="Google Shape;329;p49"/>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 input</a:t>
            </a:r>
            <a:endParaRPr/>
          </a:p>
        </p:txBody>
      </p:sp>
      <p:pic>
        <p:nvPicPr>
          <p:cNvPr id="330" name="Google Shape;330;p49"/>
          <p:cNvPicPr preferRelativeResize="0"/>
          <p:nvPr/>
        </p:nvPicPr>
        <p:blipFill>
          <a:blip r:embed="rId3">
            <a:alphaModFix/>
          </a:blip>
          <a:stretch>
            <a:fillRect/>
          </a:stretch>
        </p:blipFill>
        <p:spPr>
          <a:xfrm>
            <a:off x="2613275" y="3257425"/>
            <a:ext cx="3917454" cy="588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0"/>
          <p:cNvSpPr txBox="1"/>
          <p:nvPr>
            <p:ph type="title"/>
          </p:nvPr>
        </p:nvSpPr>
        <p:spPr>
          <a:xfrm>
            <a:off x="277050" y="328825"/>
            <a:ext cx="85638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Ingresando datos</a:t>
            </a:r>
            <a:endParaRPr/>
          </a:p>
        </p:txBody>
      </p:sp>
      <p:sp>
        <p:nvSpPr>
          <p:cNvPr id="336" name="Google Shape;336;p50"/>
          <p:cNvSpPr txBox="1"/>
          <p:nvPr>
            <p:ph idx="1" type="body"/>
          </p:nvPr>
        </p:nvSpPr>
        <p:spPr>
          <a:xfrm>
            <a:off x="355000" y="1433725"/>
            <a:ext cx="8485800" cy="3030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a:t>Al invocar </a:t>
            </a:r>
            <a:r>
              <a:rPr b="1" lang="es-419"/>
              <a:t>input()</a:t>
            </a:r>
            <a:r>
              <a:rPr lang="es-419"/>
              <a:t> la consola quedará bloqueada hasta que ingresemos una secuencia de caracteres y presionemos la tecla enter. </a:t>
            </a:r>
            <a:endParaRPr/>
          </a:p>
          <a:p>
            <a:pPr indent="-330200" lvl="0" marL="457200" rtl="0" algn="l">
              <a:spcBef>
                <a:spcPts val="0"/>
              </a:spcBef>
              <a:spcAft>
                <a:spcPts val="0"/>
              </a:spcAft>
              <a:buSzPts val="1600"/>
              <a:buChar char="●"/>
            </a:pPr>
            <a:r>
              <a:rPr lang="es-419"/>
              <a:t>Este valor puede almacenarse dentro de una variable y de esa manera ser utilizada en nuestro código:</a:t>
            </a:r>
            <a:endParaRPr/>
          </a:p>
        </p:txBody>
      </p:sp>
      <p:sp>
        <p:nvSpPr>
          <p:cNvPr id="337" name="Google Shape;337;p50"/>
          <p:cNvSpPr txBox="1"/>
          <p:nvPr>
            <p:ph idx="2" type="title"/>
          </p:nvPr>
        </p:nvSpPr>
        <p:spPr>
          <a:xfrm>
            <a:off x="277050" y="709825"/>
            <a:ext cx="85638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 input</a:t>
            </a:r>
            <a:endParaRPr/>
          </a:p>
        </p:txBody>
      </p:sp>
      <p:pic>
        <p:nvPicPr>
          <p:cNvPr id="338" name="Google Shape;338;p50"/>
          <p:cNvPicPr preferRelativeResize="0"/>
          <p:nvPr/>
        </p:nvPicPr>
        <p:blipFill>
          <a:blip r:embed="rId3">
            <a:alphaModFix/>
          </a:blip>
          <a:stretch>
            <a:fillRect/>
          </a:stretch>
        </p:blipFill>
        <p:spPr>
          <a:xfrm>
            <a:off x="2384675" y="3259650"/>
            <a:ext cx="4432420" cy="5188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1"/>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Ejercicio guiado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2"/>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Presentándome con Python</a:t>
            </a:r>
            <a:endParaRPr/>
          </a:p>
        </p:txBody>
      </p:sp>
      <p:sp>
        <p:nvSpPr>
          <p:cNvPr id="349" name="Google Shape;349;p52"/>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 gran conferencista, que siempre tenía que presentarse ante el público que asistía a sus conferencias, debía siempre dar una pequeña reseña de su vida, para que lo pudieran conocer. Hacer esto cada vez, lo aburrió y decidió pedirte que pudieras automatizar esta tarea, ya que lo bueno de la programación es automatizar tareas que son tediosas o que son propensas a error. Para esto, el conferencista te muestra una presentación antigua de una sus conferencias y te solicita elaborar una solución que permita modificarla levemente pero de manera fácil y rápida:</a:t>
            </a:r>
            <a:endParaRPr/>
          </a:p>
        </p:txBody>
      </p:sp>
      <p:sp>
        <p:nvSpPr>
          <p:cNvPr id="350" name="Google Shape;350;p52"/>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51" name="Google Shape;351;p52"/>
          <p:cNvSpPr txBox="1"/>
          <p:nvPr/>
        </p:nvSpPr>
        <p:spPr>
          <a:xfrm>
            <a:off x="1314150" y="3582125"/>
            <a:ext cx="61110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100">
                <a:solidFill>
                  <a:srgbClr val="444444"/>
                </a:solidFill>
                <a:highlight>
                  <a:srgbClr val="F0F0F0"/>
                </a:highlight>
                <a:latin typeface="Consolas"/>
                <a:ea typeface="Consolas"/>
                <a:cs typeface="Consolas"/>
                <a:sym typeface="Consolas"/>
              </a:rPr>
              <a:t>Mi nombre es Bill, tengo </a:t>
            </a:r>
            <a:r>
              <a:rPr lang="es-419" sz="1100">
                <a:solidFill>
                  <a:srgbClr val="880000"/>
                </a:solidFill>
                <a:highlight>
                  <a:srgbClr val="F0F0F0"/>
                </a:highlight>
                <a:latin typeface="Consolas"/>
                <a:ea typeface="Consolas"/>
                <a:cs typeface="Consolas"/>
                <a:sym typeface="Consolas"/>
              </a:rPr>
              <a:t>52</a:t>
            </a:r>
            <a:r>
              <a:rPr lang="es-419" sz="1100">
                <a:solidFill>
                  <a:srgbClr val="444444"/>
                </a:solidFill>
                <a:highlight>
                  <a:srgbClr val="F0F0F0"/>
                </a:highlight>
                <a:latin typeface="Consolas"/>
                <a:ea typeface="Consolas"/>
                <a:cs typeface="Consolas"/>
                <a:sym typeface="Consolas"/>
              </a:rPr>
              <a:t> años y me desempeño como CEO en Microsoft.</a:t>
            </a: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Soy Creativo, Apasionado y Visionario.</a:t>
            </a:r>
            <a:br>
              <a:rPr lang="es-419" sz="1100">
                <a:solidFill>
                  <a:srgbClr val="444444"/>
                </a:solidFill>
                <a:highlight>
                  <a:srgbClr val="F0F0F0"/>
                </a:highlight>
                <a:latin typeface="Consolas"/>
                <a:ea typeface="Consolas"/>
                <a:cs typeface="Consolas"/>
                <a:sym typeface="Consolas"/>
              </a:rPr>
            </a:br>
            <a:br>
              <a:rPr lang="es-419" sz="1100">
                <a:solidFill>
                  <a:srgbClr val="444444"/>
                </a:solidFill>
                <a:highlight>
                  <a:srgbClr val="F0F0F0"/>
                </a:highlight>
                <a:latin typeface="Consolas"/>
                <a:ea typeface="Consolas"/>
                <a:cs typeface="Consolas"/>
                <a:sym typeface="Consolas"/>
              </a:rPr>
            </a:br>
            <a:r>
              <a:rPr lang="es-419" sz="1100">
                <a:solidFill>
                  <a:srgbClr val="444444"/>
                </a:solidFill>
                <a:highlight>
                  <a:srgbClr val="F0F0F0"/>
                </a:highlight>
                <a:latin typeface="Consolas"/>
                <a:ea typeface="Consolas"/>
                <a:cs typeface="Consolas"/>
                <a:sym typeface="Consolas"/>
              </a:rPr>
              <a:t>Mi pasatiempo es jugar Golf y me gustaría poder jubilarme pronto.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3"/>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Presentándome con Python</a:t>
            </a:r>
            <a:endParaRPr/>
          </a:p>
        </p:txBody>
      </p:sp>
      <p:sp>
        <p:nvSpPr>
          <p:cNvPr id="357" name="Google Shape;357;p53"/>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Entendamos el problema, esta es una plantilla, por lo tanto, podríamos determinar qué aspectos de la plantilla podrían cambiar. Algunos de estos aspectos son: </a:t>
            </a:r>
            <a:r>
              <a:rPr b="1" lang="es-419"/>
              <a:t>Nombre</a:t>
            </a:r>
            <a:r>
              <a:rPr lang="es-419"/>
              <a:t>, </a:t>
            </a:r>
            <a:r>
              <a:rPr b="1" lang="es-419"/>
              <a:t>Edad</a:t>
            </a:r>
            <a:r>
              <a:rPr lang="es-419"/>
              <a:t>, </a:t>
            </a:r>
            <a:r>
              <a:rPr b="1" lang="es-419"/>
              <a:t>Ocupación</a:t>
            </a:r>
            <a:r>
              <a:rPr lang="es-419"/>
              <a:t>, </a:t>
            </a:r>
            <a:r>
              <a:rPr b="1" lang="es-419"/>
              <a:t>Lugar de Trabajo</a:t>
            </a:r>
            <a:r>
              <a:rPr lang="es-419"/>
              <a:t>, </a:t>
            </a:r>
            <a:r>
              <a:rPr b="1" lang="es-419"/>
              <a:t>Características</a:t>
            </a:r>
            <a:r>
              <a:rPr lang="es-419"/>
              <a:t>, </a:t>
            </a:r>
            <a:r>
              <a:rPr b="1" lang="es-419"/>
              <a:t>Pasatiempos</a:t>
            </a:r>
            <a:r>
              <a:rPr lang="es-419"/>
              <a:t>, </a:t>
            </a:r>
            <a:r>
              <a:rPr b="1" lang="es-419"/>
              <a:t>Algo que hacer</a:t>
            </a:r>
            <a:r>
              <a:rPr lang="es-419"/>
              <a:t>.</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Al entender esto, quizás podríamos decir que estos son aspectos variables, que podrían cambiar en el tiempo o podrían ser modificados dependiendo de la persona.</a:t>
            </a:r>
            <a:endParaRPr/>
          </a:p>
        </p:txBody>
      </p:sp>
      <p:sp>
        <p:nvSpPr>
          <p:cNvPr id="358" name="Google Shape;358;p53"/>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4"/>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Presentándome con Python</a:t>
            </a:r>
            <a:endParaRPr/>
          </a:p>
        </p:txBody>
      </p:sp>
      <p:sp>
        <p:nvSpPr>
          <p:cNvPr id="364" name="Google Shape;364;p54"/>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Entonces, hagamos un código que solicite estas variables, </a:t>
            </a:r>
            <a:r>
              <a:rPr b="1" lang="es-419"/>
              <a:t>presentador.py</a:t>
            </a:r>
            <a:r>
              <a:rPr lang="es-419"/>
              <a:t>:</a:t>
            </a:r>
            <a:endParaRPr/>
          </a:p>
        </p:txBody>
      </p:sp>
      <p:sp>
        <p:nvSpPr>
          <p:cNvPr id="365" name="Google Shape;365;p54"/>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1</a:t>
            </a:r>
            <a:endParaRPr/>
          </a:p>
        </p:txBody>
      </p:sp>
      <p:sp>
        <p:nvSpPr>
          <p:cNvPr id="366" name="Google Shape;366;p54"/>
          <p:cNvSpPr txBox="1"/>
          <p:nvPr/>
        </p:nvSpPr>
        <p:spPr>
          <a:xfrm>
            <a:off x="1109200" y="2072500"/>
            <a:ext cx="6248400" cy="20688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nombre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'Ingrese su Nombre: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edad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'Ingrese Edad: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ocupacion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'Ingrese Ocupación: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lugar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'En dónde?: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caracteristica_1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'Ingrese 3 características:\n1. &gt;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caracteristica_2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'2. &gt;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caracteristica_3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'3. &gt;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pasatiempo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'Cuál es tu pasatiempo: '</a:t>
            </a:r>
            <a:r>
              <a:rPr lang="es-419" sz="1200">
                <a:solidFill>
                  <a:srgbClr val="444444"/>
                </a:solidFill>
                <a:latin typeface="Roboto Mono"/>
                <a:ea typeface="Roboto Mono"/>
                <a:cs typeface="Roboto Mono"/>
                <a:sym typeface="Roboto Mono"/>
              </a:rPr>
              <a:t>)</a:t>
            </a:r>
            <a:endParaRPr sz="1200">
              <a:solidFill>
                <a:srgbClr val="444444"/>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s-419" sz="1200">
                <a:solidFill>
                  <a:srgbClr val="444444"/>
                </a:solidFill>
                <a:latin typeface="Roboto Mono"/>
                <a:ea typeface="Roboto Mono"/>
                <a:cs typeface="Roboto Mono"/>
                <a:sym typeface="Roboto Mono"/>
              </a:rPr>
              <a:t>hacer = </a:t>
            </a:r>
            <a:r>
              <a:rPr b="1" lang="es-419" sz="1200">
                <a:solidFill>
                  <a:srgbClr val="444444"/>
                </a:solidFill>
                <a:latin typeface="Roboto Mono"/>
                <a:ea typeface="Roboto Mono"/>
                <a:cs typeface="Roboto Mono"/>
                <a:sym typeface="Roboto Mono"/>
              </a:rPr>
              <a:t>input</a:t>
            </a:r>
            <a:r>
              <a:rPr lang="es-419" sz="1200">
                <a:solidFill>
                  <a:srgbClr val="444444"/>
                </a:solidFill>
                <a:latin typeface="Roboto Mono"/>
                <a:ea typeface="Roboto Mono"/>
                <a:cs typeface="Roboto Mono"/>
                <a:sym typeface="Roboto Mono"/>
              </a:rPr>
              <a:t>(</a:t>
            </a:r>
            <a:r>
              <a:rPr lang="es-419" sz="1200">
                <a:solidFill>
                  <a:srgbClr val="A61C00"/>
                </a:solidFill>
                <a:latin typeface="Roboto Mono"/>
                <a:ea typeface="Roboto Mono"/>
                <a:cs typeface="Roboto Mono"/>
                <a:sym typeface="Roboto Mono"/>
              </a:rPr>
              <a:t>'¿Que quieres hacer? '</a:t>
            </a:r>
            <a:r>
              <a:rPr lang="es-419" sz="1200">
                <a:solidFill>
                  <a:srgbClr val="444444"/>
                </a:solidFill>
                <a:latin typeface="Roboto Mono"/>
                <a:ea typeface="Roboto Mono"/>
                <a:cs typeface="Roboto Mono"/>
                <a:sym typeface="Roboto Mono"/>
              </a:rPr>
              <a:t>)</a:t>
            </a:r>
            <a:endParaRPr sz="1200">
              <a:latin typeface="Roboto Mono"/>
              <a:ea typeface="Roboto Mono"/>
              <a:cs typeface="Roboto Mono"/>
              <a:sym typeface="Roboto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5"/>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Presentándome con Python</a:t>
            </a:r>
            <a:endParaRPr/>
          </a:p>
        </p:txBody>
      </p:sp>
      <p:sp>
        <p:nvSpPr>
          <p:cNvPr id="372" name="Google Shape;372;p55"/>
          <p:cNvSpPr txBox="1"/>
          <p:nvPr>
            <p:ph idx="1" type="body"/>
          </p:nvPr>
        </p:nvSpPr>
        <p:spPr>
          <a:xfrm>
            <a:off x="351550" y="1433725"/>
            <a:ext cx="77637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idea es poder utilizarlas para construir el texto deseado, para ello, podríamos utilizar lo recién aprendido acerca de Interpolación. En este caso utilizaremos el string multilínea para poder escribir el texto de manera más ordenada:</a:t>
            </a:r>
            <a:endParaRPr/>
          </a:p>
        </p:txBody>
      </p:sp>
      <p:sp>
        <p:nvSpPr>
          <p:cNvPr id="373" name="Google Shape;373;p55"/>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2</a:t>
            </a:r>
            <a:endParaRPr/>
          </a:p>
        </p:txBody>
      </p:sp>
      <p:sp>
        <p:nvSpPr>
          <p:cNvPr id="374" name="Google Shape;374;p55"/>
          <p:cNvSpPr txBox="1"/>
          <p:nvPr/>
        </p:nvSpPr>
        <p:spPr>
          <a:xfrm>
            <a:off x="351550" y="2605900"/>
            <a:ext cx="7423800" cy="13275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419" sz="1100">
                <a:solidFill>
                  <a:srgbClr val="444444"/>
                </a:solidFill>
                <a:highlight>
                  <a:srgbClr val="F0F0F0"/>
                </a:highlight>
                <a:latin typeface="Roboto Mono"/>
                <a:ea typeface="Roboto Mono"/>
                <a:cs typeface="Roboto Mono"/>
                <a:sym typeface="Roboto Mono"/>
              </a:rPr>
              <a:t>print</a:t>
            </a:r>
            <a:r>
              <a:rPr lang="es-419" sz="1100">
                <a:solidFill>
                  <a:srgbClr val="444444"/>
                </a:solidFill>
                <a:highlight>
                  <a:srgbClr val="F0F0F0"/>
                </a:highlight>
                <a:latin typeface="Roboto Mono"/>
                <a:ea typeface="Roboto Mono"/>
                <a:cs typeface="Roboto Mono"/>
                <a:sym typeface="Roboto Mono"/>
              </a:rPr>
              <a:t>(</a:t>
            </a:r>
            <a:r>
              <a:rPr lang="es-419" sz="1100">
                <a:solidFill>
                  <a:srgbClr val="A61C00"/>
                </a:solidFill>
                <a:highlight>
                  <a:srgbClr val="F0F0F0"/>
                </a:highlight>
                <a:latin typeface="Roboto Mono"/>
                <a:ea typeface="Roboto Mono"/>
                <a:cs typeface="Roboto Mono"/>
                <a:sym typeface="Roboto Mono"/>
              </a:rPr>
              <a:t>f'''</a:t>
            </a:r>
            <a:endParaRPr sz="1100">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highlight>
                  <a:srgbClr val="F0F0F0"/>
                </a:highlight>
                <a:latin typeface="Roboto Mono"/>
                <a:ea typeface="Roboto Mono"/>
                <a:cs typeface="Roboto Mono"/>
                <a:sym typeface="Roboto Mono"/>
              </a:rPr>
              <a:t>Mi nombre es {</a:t>
            </a:r>
            <a:r>
              <a:rPr lang="es-419" sz="1100">
                <a:solidFill>
                  <a:srgbClr val="444444"/>
                </a:solidFill>
                <a:highlight>
                  <a:srgbClr val="F0F0F0"/>
                </a:highlight>
                <a:latin typeface="Roboto Mono"/>
                <a:ea typeface="Roboto Mono"/>
                <a:cs typeface="Roboto Mono"/>
                <a:sym typeface="Roboto Mono"/>
              </a:rPr>
              <a:t>nombre</a:t>
            </a:r>
            <a:r>
              <a:rPr lang="es-419" sz="1100">
                <a:solidFill>
                  <a:srgbClr val="A61C00"/>
                </a:solidFill>
                <a:highlight>
                  <a:srgbClr val="F0F0F0"/>
                </a:highlight>
                <a:latin typeface="Roboto Mono"/>
                <a:ea typeface="Roboto Mono"/>
                <a:cs typeface="Roboto Mono"/>
                <a:sym typeface="Roboto Mono"/>
              </a:rPr>
              <a:t>}, tengo {</a:t>
            </a:r>
            <a:r>
              <a:rPr lang="es-419" sz="1100">
                <a:solidFill>
                  <a:srgbClr val="444444"/>
                </a:solidFill>
                <a:highlight>
                  <a:srgbClr val="F0F0F0"/>
                </a:highlight>
                <a:latin typeface="Roboto Mono"/>
                <a:ea typeface="Roboto Mono"/>
                <a:cs typeface="Roboto Mono"/>
                <a:sym typeface="Roboto Mono"/>
              </a:rPr>
              <a:t>edad</a:t>
            </a:r>
            <a:r>
              <a:rPr lang="es-419" sz="1100">
                <a:solidFill>
                  <a:srgbClr val="A61C00"/>
                </a:solidFill>
                <a:highlight>
                  <a:srgbClr val="F0F0F0"/>
                </a:highlight>
                <a:latin typeface="Roboto Mono"/>
                <a:ea typeface="Roboto Mono"/>
                <a:cs typeface="Roboto Mono"/>
                <a:sym typeface="Roboto Mono"/>
              </a:rPr>
              <a:t>} años y me desempeño como {</a:t>
            </a:r>
            <a:r>
              <a:rPr lang="es-419" sz="1100">
                <a:solidFill>
                  <a:srgbClr val="444444"/>
                </a:solidFill>
                <a:highlight>
                  <a:srgbClr val="F0F0F0"/>
                </a:highlight>
                <a:latin typeface="Roboto Mono"/>
                <a:ea typeface="Roboto Mono"/>
                <a:cs typeface="Roboto Mono"/>
                <a:sym typeface="Roboto Mono"/>
              </a:rPr>
              <a:t>ocupacion</a:t>
            </a:r>
            <a:r>
              <a:rPr lang="es-419" sz="1100">
                <a:solidFill>
                  <a:srgbClr val="A61C00"/>
                </a:solidFill>
                <a:highlight>
                  <a:srgbClr val="F0F0F0"/>
                </a:highlight>
                <a:latin typeface="Roboto Mono"/>
                <a:ea typeface="Roboto Mono"/>
                <a:cs typeface="Roboto Mono"/>
                <a:sym typeface="Roboto Mono"/>
              </a:rPr>
              <a:t>} en {</a:t>
            </a:r>
            <a:r>
              <a:rPr lang="es-419" sz="1100">
                <a:solidFill>
                  <a:srgbClr val="444444"/>
                </a:solidFill>
                <a:highlight>
                  <a:srgbClr val="F0F0F0"/>
                </a:highlight>
                <a:latin typeface="Roboto Mono"/>
                <a:ea typeface="Roboto Mono"/>
                <a:cs typeface="Roboto Mono"/>
                <a:sym typeface="Roboto Mono"/>
              </a:rPr>
              <a:t>lugar</a:t>
            </a:r>
            <a:r>
              <a:rPr lang="es-419" sz="1100">
                <a:solidFill>
                  <a:srgbClr val="A61C00"/>
                </a:solidFill>
                <a:highlight>
                  <a:srgbClr val="F0F0F0"/>
                </a:highlight>
                <a:latin typeface="Roboto Mono"/>
                <a:ea typeface="Roboto Mono"/>
                <a:cs typeface="Roboto Mono"/>
                <a:sym typeface="Roboto Mono"/>
              </a:rPr>
              <a:t>}.</a:t>
            </a:r>
            <a:endParaRPr sz="1100">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highlight>
                  <a:srgbClr val="F0F0F0"/>
                </a:highlight>
                <a:latin typeface="Roboto Mono"/>
                <a:ea typeface="Roboto Mono"/>
                <a:cs typeface="Roboto Mono"/>
                <a:sym typeface="Roboto Mono"/>
              </a:rPr>
              <a:t>Soy una persona {</a:t>
            </a:r>
            <a:r>
              <a:rPr lang="es-419" sz="1100">
                <a:solidFill>
                  <a:srgbClr val="444444"/>
                </a:solidFill>
                <a:highlight>
                  <a:srgbClr val="F0F0F0"/>
                </a:highlight>
                <a:latin typeface="Roboto Mono"/>
                <a:ea typeface="Roboto Mono"/>
                <a:cs typeface="Roboto Mono"/>
                <a:sym typeface="Roboto Mono"/>
              </a:rPr>
              <a:t>caracteristica_1</a:t>
            </a:r>
            <a:r>
              <a:rPr lang="es-419" sz="1100">
                <a:solidFill>
                  <a:srgbClr val="A61C00"/>
                </a:solidFill>
                <a:highlight>
                  <a:srgbClr val="F0F0F0"/>
                </a:highlight>
                <a:latin typeface="Roboto Mono"/>
                <a:ea typeface="Roboto Mono"/>
                <a:cs typeface="Roboto Mono"/>
                <a:sym typeface="Roboto Mono"/>
              </a:rPr>
              <a:t>}, {</a:t>
            </a:r>
            <a:r>
              <a:rPr lang="es-419" sz="1100">
                <a:solidFill>
                  <a:srgbClr val="444444"/>
                </a:solidFill>
                <a:highlight>
                  <a:srgbClr val="F0F0F0"/>
                </a:highlight>
                <a:latin typeface="Roboto Mono"/>
                <a:ea typeface="Roboto Mono"/>
                <a:cs typeface="Roboto Mono"/>
                <a:sym typeface="Roboto Mono"/>
              </a:rPr>
              <a:t>caracteristica_2</a:t>
            </a:r>
            <a:r>
              <a:rPr lang="es-419" sz="1100">
                <a:solidFill>
                  <a:srgbClr val="A61C00"/>
                </a:solidFill>
                <a:highlight>
                  <a:srgbClr val="F0F0F0"/>
                </a:highlight>
                <a:latin typeface="Roboto Mono"/>
                <a:ea typeface="Roboto Mono"/>
                <a:cs typeface="Roboto Mono"/>
                <a:sym typeface="Roboto Mono"/>
              </a:rPr>
              <a:t>} y {</a:t>
            </a:r>
            <a:r>
              <a:rPr lang="es-419" sz="1100">
                <a:solidFill>
                  <a:srgbClr val="444444"/>
                </a:solidFill>
                <a:highlight>
                  <a:srgbClr val="F0F0F0"/>
                </a:highlight>
                <a:latin typeface="Roboto Mono"/>
                <a:ea typeface="Roboto Mono"/>
                <a:cs typeface="Roboto Mono"/>
                <a:sym typeface="Roboto Mono"/>
              </a:rPr>
              <a:t>caracteristica_3</a:t>
            </a:r>
            <a:r>
              <a:rPr lang="es-419" sz="1100">
                <a:solidFill>
                  <a:srgbClr val="A61C00"/>
                </a:solidFill>
                <a:highlight>
                  <a:srgbClr val="F0F0F0"/>
                </a:highlight>
                <a:latin typeface="Roboto Mono"/>
                <a:ea typeface="Roboto Mono"/>
                <a:cs typeface="Roboto Mono"/>
                <a:sym typeface="Roboto Mono"/>
              </a:rPr>
              <a:t>}.</a:t>
            </a:r>
            <a:endParaRPr sz="1100">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solidFill>
                <a:srgbClr val="A61C00"/>
              </a:solidFill>
              <a:highlight>
                <a:srgbClr val="F0F0F0"/>
              </a:highlight>
              <a:latin typeface="Roboto Mono"/>
              <a:ea typeface="Roboto Mono"/>
              <a:cs typeface="Roboto Mono"/>
              <a:sym typeface="Roboto Mono"/>
            </a:endParaRPr>
          </a:p>
          <a:p>
            <a:pPr indent="0" lvl="0" marL="0" rtl="0" algn="l">
              <a:lnSpc>
                <a:spcPct val="115000"/>
              </a:lnSpc>
              <a:spcBef>
                <a:spcPts val="0"/>
              </a:spcBef>
              <a:spcAft>
                <a:spcPts val="0"/>
              </a:spcAft>
              <a:buNone/>
            </a:pPr>
            <a:r>
              <a:rPr lang="es-419" sz="1100">
                <a:solidFill>
                  <a:srgbClr val="A61C00"/>
                </a:solidFill>
                <a:highlight>
                  <a:srgbClr val="F0F0F0"/>
                </a:highlight>
                <a:latin typeface="Roboto Mono"/>
                <a:ea typeface="Roboto Mono"/>
                <a:cs typeface="Roboto Mono"/>
                <a:sym typeface="Roboto Mono"/>
              </a:rPr>
              <a:t>Mi pasatiempo es {</a:t>
            </a:r>
            <a:r>
              <a:rPr lang="es-419" sz="1100">
                <a:solidFill>
                  <a:srgbClr val="444444"/>
                </a:solidFill>
                <a:highlight>
                  <a:srgbClr val="F0F0F0"/>
                </a:highlight>
                <a:latin typeface="Roboto Mono"/>
                <a:ea typeface="Roboto Mono"/>
                <a:cs typeface="Roboto Mono"/>
                <a:sym typeface="Roboto Mono"/>
              </a:rPr>
              <a:t>pasatiempo</a:t>
            </a:r>
            <a:r>
              <a:rPr lang="es-419" sz="1100">
                <a:solidFill>
                  <a:srgbClr val="A61C00"/>
                </a:solidFill>
                <a:highlight>
                  <a:srgbClr val="F0F0F0"/>
                </a:highlight>
                <a:latin typeface="Roboto Mono"/>
                <a:ea typeface="Roboto Mono"/>
                <a:cs typeface="Roboto Mono"/>
                <a:sym typeface="Roboto Mono"/>
              </a:rPr>
              <a:t>} y me gustaría poder {</a:t>
            </a:r>
            <a:r>
              <a:rPr lang="es-419" sz="1100">
                <a:solidFill>
                  <a:srgbClr val="444444"/>
                </a:solidFill>
                <a:highlight>
                  <a:srgbClr val="F0F0F0"/>
                </a:highlight>
                <a:latin typeface="Roboto Mono"/>
                <a:ea typeface="Roboto Mono"/>
                <a:cs typeface="Roboto Mono"/>
                <a:sym typeface="Roboto Mono"/>
              </a:rPr>
              <a:t>hacer</a:t>
            </a:r>
            <a:r>
              <a:rPr lang="es-419" sz="1100">
                <a:solidFill>
                  <a:srgbClr val="A61C00"/>
                </a:solidFill>
                <a:highlight>
                  <a:srgbClr val="F0F0F0"/>
                </a:highlight>
                <a:latin typeface="Roboto Mono"/>
                <a:ea typeface="Roboto Mono"/>
                <a:cs typeface="Roboto Mono"/>
                <a:sym typeface="Roboto Mono"/>
              </a:rPr>
              <a:t>}.'''</a:t>
            </a:r>
            <a:r>
              <a:rPr lang="es-419" sz="1100">
                <a:solidFill>
                  <a:srgbClr val="444444"/>
                </a:solidFill>
                <a:highlight>
                  <a:srgbClr val="F0F0F0"/>
                </a:highlight>
                <a:latin typeface="Roboto Mono"/>
                <a:ea typeface="Roboto Mono"/>
                <a:cs typeface="Roboto Mono"/>
                <a:sym typeface="Roboto Mono"/>
              </a:rPr>
              <a:t>)</a:t>
            </a:r>
            <a:endParaRPr sz="1100">
              <a:solidFill>
                <a:srgbClr val="444444"/>
              </a:solidFill>
              <a:latin typeface="Roboto Mono"/>
              <a:ea typeface="Roboto Mono"/>
              <a:cs typeface="Roboto Mono"/>
              <a:sym typeface="Roboto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ph type="title"/>
          </p:nvPr>
        </p:nvSpPr>
        <p:spPr>
          <a:xfrm>
            <a:off x="277050" y="328825"/>
            <a:ext cx="8185200" cy="58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Presentándome con Python</a:t>
            </a:r>
            <a:endParaRPr/>
          </a:p>
        </p:txBody>
      </p:sp>
      <p:sp>
        <p:nvSpPr>
          <p:cNvPr id="380" name="Google Shape;380;p56"/>
          <p:cNvSpPr txBox="1"/>
          <p:nvPr>
            <p:ph idx="1" type="body"/>
          </p:nvPr>
        </p:nvSpPr>
        <p:spPr>
          <a:xfrm>
            <a:off x="351550" y="1433725"/>
            <a:ext cx="7763700" cy="303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Ahora, ejecutemos el programa: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Como se puede ver, se logró generar un programa en Python muy sencillo que permitirá generar presentaciones de manera muy rápida cambiando sólo algunos parámetros.</a:t>
            </a:r>
            <a:endParaRPr/>
          </a:p>
        </p:txBody>
      </p:sp>
      <p:sp>
        <p:nvSpPr>
          <p:cNvPr id="381" name="Google Shape;381;p56"/>
          <p:cNvSpPr txBox="1"/>
          <p:nvPr>
            <p:ph idx="2" type="title"/>
          </p:nvPr>
        </p:nvSpPr>
        <p:spPr>
          <a:xfrm>
            <a:off x="277050" y="709825"/>
            <a:ext cx="8185200" cy="5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Solución - Paso 3</a:t>
            </a:r>
            <a:endParaRPr/>
          </a:p>
        </p:txBody>
      </p:sp>
      <p:pic>
        <p:nvPicPr>
          <p:cNvPr id="382" name="Google Shape;382;p56"/>
          <p:cNvPicPr preferRelativeResize="0"/>
          <p:nvPr/>
        </p:nvPicPr>
        <p:blipFill>
          <a:blip r:embed="rId3">
            <a:alphaModFix/>
          </a:blip>
          <a:stretch>
            <a:fillRect/>
          </a:stretch>
        </p:blipFill>
        <p:spPr>
          <a:xfrm>
            <a:off x="3840725" y="1298725"/>
            <a:ext cx="4094124" cy="2166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¿Cuáles son los tipos de datos nativos en Python?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8"/>
          <p:cNvSpPr txBox="1"/>
          <p:nvPr>
            <p:ph type="title"/>
          </p:nvPr>
        </p:nvSpPr>
        <p:spPr>
          <a:xfrm>
            <a:off x="275000" y="1204950"/>
            <a:ext cx="4929600" cy="266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¿De qué manera se permite </a:t>
            </a:r>
            <a:endParaRPr/>
          </a:p>
          <a:p>
            <a:pPr indent="0" lvl="0" marL="0" rtl="0" algn="ctr">
              <a:spcBef>
                <a:spcPts val="0"/>
              </a:spcBef>
              <a:spcAft>
                <a:spcPts val="0"/>
              </a:spcAft>
              <a:buNone/>
            </a:pPr>
            <a:r>
              <a:rPr lang="es-419"/>
              <a:t>al usuario ingresar datos </a:t>
            </a:r>
            <a:endParaRPr/>
          </a:p>
          <a:p>
            <a:pPr indent="0" lvl="0" marL="0" rtl="0" algn="ctr">
              <a:spcBef>
                <a:spcPts val="0"/>
              </a:spcBef>
              <a:spcAft>
                <a:spcPts val="0"/>
              </a:spcAft>
              <a:buNone/>
            </a:pPr>
            <a:r>
              <a:rPr lang="es-419"/>
              <a:t>en Python de manera interactiva?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1419925" y="2481150"/>
            <a:ext cx="6093600" cy="142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es-419"/>
              <a:t>Crea y utiliza aspectos básicos de estructuras de datos en Python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DDA">
  <a:themeElements>
    <a:clrScheme name="Simple Light">
      <a:dk1>
        <a:srgbClr val="000000"/>
      </a:dk1>
      <a:lt1>
        <a:srgbClr val="FFFFFF"/>
      </a:lt1>
      <a:dk2>
        <a:srgbClr val="595959"/>
      </a:dk2>
      <a:lt2>
        <a:srgbClr val="EEEEEE"/>
      </a:lt2>
      <a:accent1>
        <a:srgbClr val="DF501D"/>
      </a:accent1>
      <a:accent2>
        <a:srgbClr val="E2A30B"/>
      </a:accent2>
      <a:accent3>
        <a:srgbClr val="009EE3"/>
      </a:accent3>
      <a:accent4>
        <a:srgbClr val="729E2E"/>
      </a:accent4>
      <a:accent5>
        <a:srgbClr val="999999"/>
      </a:accent5>
      <a:accent6>
        <a:srgbClr val="CCDBB5"/>
      </a:accent6>
      <a:hlink>
        <a:srgbClr val="729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