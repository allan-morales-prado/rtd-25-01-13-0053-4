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oboto"/>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D6B4DA-08DD-4EB9-B235-A0AC72D00117}">
  <a:tblStyle styleId="{D5D6B4DA-08DD-4EB9-B235-A0AC72D00117}"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4.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Mon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45db271ce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45db271ce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695a91ea6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695a91ea6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434343"/>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45db271ce3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45db271ce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rgbClr val="434343"/>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45db271ce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45db271ce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bae5fb1bc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bae5fb1bc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bae5fb1bc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bae5fb1bc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Las listas son muy utilizadas dentro de la programación, y son útiles para resolver diversos tipos de problemas; como por ejemplo, si se quiere hacer una aplicación web, se puede traer los datos de la base de datos a una lista y operar los datos desde ahí. También son útiles para leer archivos y crear gráficos entre múltiples otras funciones.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En esta sesión, se enseñarán las propiedades fundamentales de las listas, por lo que entender esto es fundamental, ya que al combinar estas propiedades con aspectos más avanzados del lenguaje Python, es lo que nos permitirá crear aplicaciones cada vez más potentes.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bae5fb1bc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bae5fb1bc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bae5fb1bc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bae5fb1bc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bae5fb1bc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bae5fb1bc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bae5fb1bc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bae5fb1bc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bae5fb1bc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bae5fb1bc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bae5fb1bc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bae5fb1bc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bae5fb1bc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bae5fb1bc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Mencione a los estudiantes que más adelante se verán tareas más complejas que pueden realizarse con listas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bae5fb1bc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bae5fb1bc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bae5fb1bc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bae5fb1bc3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Python también existen las tuplas y los sets que son otras estructuras de datos no tan populares como las listas o los diccionarios. A pesar de no ser tan utilizadas, es bueno entender algunas propiedades que pueden ser útiles para algunos problemas específicos.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bae5fb1bc3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bae5fb1bc3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bae5fb1bc3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bae5fb1bc3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latin typeface="Roboto"/>
                <a:ea typeface="Roboto"/>
                <a:cs typeface="Roboto"/>
                <a:sym typeface="Roboto"/>
              </a:rPr>
              <a:t>Si bien las listas en Python pueden aplicarse a la resolución de diversos problemas, tienen asociado el inconveniente de que no se pueden nombrar sus componentes. Para solucionar este inconveniente y presentar más alternativas es que introduciremos los diccionarios.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bae5fb1bc3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bae5fb1bc3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Existen varios tipos de situaciones donde los diccionarios son mejores que las listas para resolver un determinado problema, principalmente cuando se requiere identificar rápidamente un elemento a través de un valor único, la clave y para generar conversiones.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bae5fb1bc3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bae5fb1bc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bae5fb1bc3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bae5fb1bc3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bae5fb1bc3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bae5fb1bc3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bae5fb1bc3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bae5fb1bc3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bae5fb1bc3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bae5fb1bc3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bae5fb1bc3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bae5fb1bc3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bae5fb1bc3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bae5fb1bc3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bae5fb1bc3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bae5fb1bc3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45db271ce3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45db271ce3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45db271ce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45db271ce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45db271ce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45db271ce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11" Type="http://schemas.openxmlformats.org/officeDocument/2006/relationships/hyperlink" Target="https://www.instagram.com/desafiolatam/" TargetMode="External"/><Relationship Id="rId10" Type="http://schemas.openxmlformats.org/officeDocument/2006/relationships/image" Target="../media/image18.png"/><Relationship Id="rId13" Type="http://schemas.openxmlformats.org/officeDocument/2006/relationships/image" Target="../media/image11.png"/><Relationship Id="rId12" Type="http://schemas.openxmlformats.org/officeDocument/2006/relationships/image" Target="../media/image17.png"/><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hyperlink" Target="https://www.facebook.com/DesafioLatam/" TargetMode="External"/><Relationship Id="rId4" Type="http://schemas.openxmlformats.org/officeDocument/2006/relationships/image" Target="../media/image14.png"/><Relationship Id="rId9" Type="http://schemas.openxmlformats.org/officeDocument/2006/relationships/hyperlink" Target="https://twitter.com/desafiolatam" TargetMode="External"/><Relationship Id="rId15" Type="http://schemas.openxmlformats.org/officeDocument/2006/relationships/image" Target="../media/image23.png"/><Relationship Id="rId14" Type="http://schemas.openxmlformats.org/officeDocument/2006/relationships/hyperlink" Target="https://desafiolatam.com/" TargetMode="External"/><Relationship Id="rId5" Type="http://schemas.openxmlformats.org/officeDocument/2006/relationships/hyperlink" Target="https://www.linkedin.com/school/desafiolatam/" TargetMode="External"/><Relationship Id="rId6" Type="http://schemas.openxmlformats.org/officeDocument/2006/relationships/image" Target="../media/image22.png"/><Relationship Id="rId7" Type="http://schemas.openxmlformats.org/officeDocument/2006/relationships/hyperlink" Target="https://www.youtube.com/channel/UCz0ekVt3TQ65voddo9xVOQw" TargetMode="External"/><Relationship Id="rId8"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7000"/>
          </a:blip>
          <a:srcRect b="15640" l="29333" r="0" t="0"/>
          <a:stretch/>
        </p:blipFill>
        <p:spPr>
          <a:xfrm rot="-5400000">
            <a:off x="-375800" y="299600"/>
            <a:ext cx="4128650" cy="3377051"/>
          </a:xfrm>
          <a:prstGeom prst="rect">
            <a:avLst/>
          </a:prstGeom>
          <a:noFill/>
          <a:ln>
            <a:noFill/>
          </a:ln>
        </p:spPr>
      </p:pic>
      <p:sp>
        <p:nvSpPr>
          <p:cNvPr id="10" name="Google Shape;10;p2"/>
          <p:cNvSpPr txBox="1"/>
          <p:nvPr>
            <p:ph type="title"/>
          </p:nvPr>
        </p:nvSpPr>
        <p:spPr>
          <a:xfrm>
            <a:off x="1420050" y="1455600"/>
            <a:ext cx="6303900" cy="1541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1pPr>
            <a:lvl2pPr lvl="1" algn="ctr">
              <a:lnSpc>
                <a:spcPct val="100000"/>
              </a:lnSpc>
              <a:spcBef>
                <a:spcPts val="0"/>
              </a:spcBef>
              <a:spcAft>
                <a:spcPts val="0"/>
              </a:spcAft>
              <a:buClr>
                <a:schemeClr val="accent3"/>
              </a:buClr>
              <a:buSzPts val="2800"/>
              <a:buNone/>
              <a:defRPr>
                <a:solidFill>
                  <a:schemeClr val="accent3"/>
                </a:solidFill>
              </a:defRPr>
            </a:lvl2pPr>
            <a:lvl3pPr lvl="2" algn="ctr">
              <a:lnSpc>
                <a:spcPct val="100000"/>
              </a:lnSpc>
              <a:spcBef>
                <a:spcPts val="0"/>
              </a:spcBef>
              <a:spcAft>
                <a:spcPts val="0"/>
              </a:spcAft>
              <a:buClr>
                <a:schemeClr val="accent3"/>
              </a:buClr>
              <a:buSzPts val="2800"/>
              <a:buNone/>
              <a:defRPr>
                <a:solidFill>
                  <a:schemeClr val="accent3"/>
                </a:solidFill>
              </a:defRPr>
            </a:lvl3pPr>
            <a:lvl4pPr lvl="3" algn="ctr">
              <a:lnSpc>
                <a:spcPct val="100000"/>
              </a:lnSpc>
              <a:spcBef>
                <a:spcPts val="0"/>
              </a:spcBef>
              <a:spcAft>
                <a:spcPts val="0"/>
              </a:spcAft>
              <a:buClr>
                <a:schemeClr val="accent3"/>
              </a:buClr>
              <a:buSzPts val="2800"/>
              <a:buNone/>
              <a:defRPr>
                <a:solidFill>
                  <a:schemeClr val="accent3"/>
                </a:solidFill>
              </a:defRPr>
            </a:lvl4pPr>
            <a:lvl5pPr lvl="4" algn="ctr">
              <a:lnSpc>
                <a:spcPct val="100000"/>
              </a:lnSpc>
              <a:spcBef>
                <a:spcPts val="0"/>
              </a:spcBef>
              <a:spcAft>
                <a:spcPts val="0"/>
              </a:spcAft>
              <a:buClr>
                <a:schemeClr val="accent3"/>
              </a:buClr>
              <a:buSzPts val="2800"/>
              <a:buNone/>
              <a:defRPr>
                <a:solidFill>
                  <a:schemeClr val="accent3"/>
                </a:solidFill>
              </a:defRPr>
            </a:lvl5pPr>
            <a:lvl6pPr lvl="5" algn="ctr">
              <a:lnSpc>
                <a:spcPct val="100000"/>
              </a:lnSpc>
              <a:spcBef>
                <a:spcPts val="0"/>
              </a:spcBef>
              <a:spcAft>
                <a:spcPts val="0"/>
              </a:spcAft>
              <a:buClr>
                <a:schemeClr val="accent3"/>
              </a:buClr>
              <a:buSzPts val="2800"/>
              <a:buNone/>
              <a:defRPr>
                <a:solidFill>
                  <a:schemeClr val="accent3"/>
                </a:solidFill>
              </a:defRPr>
            </a:lvl6pPr>
            <a:lvl7pPr lvl="6" algn="ctr">
              <a:lnSpc>
                <a:spcPct val="100000"/>
              </a:lnSpc>
              <a:spcBef>
                <a:spcPts val="0"/>
              </a:spcBef>
              <a:spcAft>
                <a:spcPts val="0"/>
              </a:spcAft>
              <a:buClr>
                <a:schemeClr val="accent3"/>
              </a:buClr>
              <a:buSzPts val="2800"/>
              <a:buNone/>
              <a:defRPr>
                <a:solidFill>
                  <a:schemeClr val="accent3"/>
                </a:solidFill>
              </a:defRPr>
            </a:lvl7pPr>
            <a:lvl8pPr lvl="7" algn="ctr">
              <a:lnSpc>
                <a:spcPct val="100000"/>
              </a:lnSpc>
              <a:spcBef>
                <a:spcPts val="0"/>
              </a:spcBef>
              <a:spcAft>
                <a:spcPts val="0"/>
              </a:spcAft>
              <a:buClr>
                <a:schemeClr val="accent3"/>
              </a:buClr>
              <a:buSzPts val="2800"/>
              <a:buNone/>
              <a:defRPr>
                <a:solidFill>
                  <a:schemeClr val="accent3"/>
                </a:solidFill>
              </a:defRPr>
            </a:lvl8pPr>
            <a:lvl9pPr lvl="8" algn="ctr">
              <a:lnSpc>
                <a:spcPct val="100000"/>
              </a:lnSpc>
              <a:spcBef>
                <a:spcPts val="0"/>
              </a:spcBef>
              <a:spcAft>
                <a:spcPts val="0"/>
              </a:spcAft>
              <a:buClr>
                <a:schemeClr val="accent3"/>
              </a:buClr>
              <a:buSzPts val="2800"/>
              <a:buNone/>
              <a:defRPr>
                <a:solidFill>
                  <a:schemeClr val="accent3"/>
                </a:solidFill>
              </a:defRPr>
            </a:lvl9pPr>
          </a:lstStyle>
          <a:p/>
        </p:txBody>
      </p:sp>
      <p:sp>
        <p:nvSpPr>
          <p:cNvPr id="11" name="Google Shape;11;p2"/>
          <p:cNvSpPr txBox="1"/>
          <p:nvPr>
            <p:ph idx="2" type="title"/>
          </p:nvPr>
        </p:nvSpPr>
        <p:spPr>
          <a:xfrm>
            <a:off x="1420050" y="2903400"/>
            <a:ext cx="6303900" cy="784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1800"/>
              <a:buFont typeface="Roboto"/>
              <a:buNone/>
              <a:defRPr b="1" sz="1800">
                <a:solidFill>
                  <a:schemeClr val="dk2"/>
                </a:solidFill>
                <a:latin typeface="Roboto"/>
                <a:ea typeface="Roboto"/>
                <a:cs typeface="Roboto"/>
                <a:sym typeface="Roboto"/>
              </a:defRPr>
            </a:lvl1pPr>
            <a:lvl2pPr lvl="1"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2pPr>
            <a:lvl3pPr lvl="2"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3pPr>
            <a:lvl4pPr lvl="3"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4pPr>
            <a:lvl5pPr lvl="4"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5pPr>
            <a:lvl6pPr lvl="5"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6pPr>
            <a:lvl7pPr lvl="6"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7pPr>
            <a:lvl8pPr lvl="7"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8pPr>
            <a:lvl9pPr lvl="8"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9pPr>
          </a:lstStyle>
          <a:p/>
        </p:txBody>
      </p:sp>
      <p:pic>
        <p:nvPicPr>
          <p:cNvPr id="12" name="Google Shape;12;p2"/>
          <p:cNvPicPr preferRelativeResize="0"/>
          <p:nvPr/>
        </p:nvPicPr>
        <p:blipFill rotWithShape="1">
          <a:blip r:embed="rId2">
            <a:alphaModFix amt="67000"/>
          </a:blip>
          <a:srcRect b="15640" l="29333" r="0" t="0"/>
          <a:stretch/>
        </p:blipFill>
        <p:spPr>
          <a:xfrm rot="5400000">
            <a:off x="5391149" y="1466874"/>
            <a:ext cx="4128650" cy="3377051"/>
          </a:xfrm>
          <a:prstGeom prst="rect">
            <a:avLst/>
          </a:prstGeom>
          <a:noFill/>
          <a:ln>
            <a:noFill/>
          </a:ln>
        </p:spPr>
      </p:pic>
      <p:pic>
        <p:nvPicPr>
          <p:cNvPr id="13" name="Google Shape;13;p2"/>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Mapa">
  <p:cSld name="CUSTOM_3_1">
    <p:spTree>
      <p:nvGrpSpPr>
        <p:cNvPr id="14" name="Shape 14"/>
        <p:cNvGrpSpPr/>
        <p:nvPr/>
      </p:nvGrpSpPr>
      <p:grpSpPr>
        <a:xfrm>
          <a:off x="0" y="0"/>
          <a:ext cx="0" cy="0"/>
          <a:chOff x="0" y="0"/>
          <a:chExt cx="0" cy="0"/>
        </a:xfrm>
      </p:grpSpPr>
      <p:pic>
        <p:nvPicPr>
          <p:cNvPr id="15" name="Google Shape;15;p3"/>
          <p:cNvPicPr preferRelativeResize="0"/>
          <p:nvPr/>
        </p:nvPicPr>
        <p:blipFill rotWithShape="1">
          <a:blip r:embed="rId2">
            <a:alphaModFix amt="67000"/>
          </a:blip>
          <a:srcRect b="15640" l="29333" r="0" t="0"/>
          <a:stretch/>
        </p:blipFill>
        <p:spPr>
          <a:xfrm rot="5400000">
            <a:off x="6000749" y="2000274"/>
            <a:ext cx="4128650" cy="3377051"/>
          </a:xfrm>
          <a:prstGeom prst="rect">
            <a:avLst/>
          </a:prstGeom>
          <a:noFill/>
          <a:ln>
            <a:noFill/>
          </a:ln>
        </p:spPr>
      </p:pic>
      <p:sp>
        <p:nvSpPr>
          <p:cNvPr id="16" name="Google Shape;16;p3"/>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3"/>
              </a:buClr>
              <a:buSzPts val="2800"/>
              <a:buFont typeface="Roboto"/>
              <a:buNone/>
              <a:defRPr b="1">
                <a:solidFill>
                  <a:schemeClr val="accent3"/>
                </a:solidFill>
                <a:latin typeface="Roboto"/>
                <a:ea typeface="Roboto"/>
                <a:cs typeface="Roboto"/>
                <a:sym typeface="Roboto"/>
              </a:defRPr>
            </a:lvl1pPr>
            <a:lvl2pPr lvl="1" rtl="0" algn="l">
              <a:lnSpc>
                <a:spcPct val="100000"/>
              </a:lnSpc>
              <a:spcBef>
                <a:spcPts val="0"/>
              </a:spcBef>
              <a:spcAft>
                <a:spcPts val="0"/>
              </a:spcAft>
              <a:buClr>
                <a:schemeClr val="accent3"/>
              </a:buClr>
              <a:buSzPts val="2800"/>
              <a:buNone/>
              <a:defRPr>
                <a:solidFill>
                  <a:schemeClr val="accent3"/>
                </a:solidFill>
              </a:defRPr>
            </a:lvl2pPr>
            <a:lvl3pPr lvl="2" rtl="0" algn="l">
              <a:lnSpc>
                <a:spcPct val="100000"/>
              </a:lnSpc>
              <a:spcBef>
                <a:spcPts val="0"/>
              </a:spcBef>
              <a:spcAft>
                <a:spcPts val="0"/>
              </a:spcAft>
              <a:buClr>
                <a:schemeClr val="accent3"/>
              </a:buClr>
              <a:buSzPts val="2800"/>
              <a:buNone/>
              <a:defRPr>
                <a:solidFill>
                  <a:schemeClr val="accent3"/>
                </a:solidFill>
              </a:defRPr>
            </a:lvl3pPr>
            <a:lvl4pPr lvl="3" rtl="0" algn="l">
              <a:lnSpc>
                <a:spcPct val="100000"/>
              </a:lnSpc>
              <a:spcBef>
                <a:spcPts val="0"/>
              </a:spcBef>
              <a:spcAft>
                <a:spcPts val="0"/>
              </a:spcAft>
              <a:buClr>
                <a:schemeClr val="accent3"/>
              </a:buClr>
              <a:buSzPts val="2800"/>
              <a:buNone/>
              <a:defRPr>
                <a:solidFill>
                  <a:schemeClr val="accent3"/>
                </a:solidFill>
              </a:defRPr>
            </a:lvl4pPr>
            <a:lvl5pPr lvl="4" rtl="0" algn="l">
              <a:lnSpc>
                <a:spcPct val="100000"/>
              </a:lnSpc>
              <a:spcBef>
                <a:spcPts val="0"/>
              </a:spcBef>
              <a:spcAft>
                <a:spcPts val="0"/>
              </a:spcAft>
              <a:buClr>
                <a:schemeClr val="accent3"/>
              </a:buClr>
              <a:buSzPts val="2800"/>
              <a:buNone/>
              <a:defRPr>
                <a:solidFill>
                  <a:schemeClr val="accent3"/>
                </a:solidFill>
              </a:defRPr>
            </a:lvl5pPr>
            <a:lvl6pPr lvl="5" rtl="0" algn="l">
              <a:lnSpc>
                <a:spcPct val="100000"/>
              </a:lnSpc>
              <a:spcBef>
                <a:spcPts val="0"/>
              </a:spcBef>
              <a:spcAft>
                <a:spcPts val="0"/>
              </a:spcAft>
              <a:buClr>
                <a:schemeClr val="accent3"/>
              </a:buClr>
              <a:buSzPts val="2800"/>
              <a:buNone/>
              <a:defRPr>
                <a:solidFill>
                  <a:schemeClr val="accent3"/>
                </a:solidFill>
              </a:defRPr>
            </a:lvl6pPr>
            <a:lvl7pPr lvl="6" rtl="0" algn="l">
              <a:lnSpc>
                <a:spcPct val="100000"/>
              </a:lnSpc>
              <a:spcBef>
                <a:spcPts val="0"/>
              </a:spcBef>
              <a:spcAft>
                <a:spcPts val="0"/>
              </a:spcAft>
              <a:buClr>
                <a:schemeClr val="accent3"/>
              </a:buClr>
              <a:buSzPts val="2800"/>
              <a:buNone/>
              <a:defRPr>
                <a:solidFill>
                  <a:schemeClr val="accent3"/>
                </a:solidFill>
              </a:defRPr>
            </a:lvl7pPr>
            <a:lvl8pPr lvl="7" rtl="0" algn="l">
              <a:lnSpc>
                <a:spcPct val="100000"/>
              </a:lnSpc>
              <a:spcBef>
                <a:spcPts val="0"/>
              </a:spcBef>
              <a:spcAft>
                <a:spcPts val="0"/>
              </a:spcAft>
              <a:buClr>
                <a:schemeClr val="accent3"/>
              </a:buClr>
              <a:buSzPts val="2800"/>
              <a:buNone/>
              <a:defRPr>
                <a:solidFill>
                  <a:schemeClr val="accent3"/>
                </a:solidFill>
              </a:defRPr>
            </a:lvl8pPr>
            <a:lvl9pPr lvl="8" rtl="0" algn="l">
              <a:lnSpc>
                <a:spcPct val="100000"/>
              </a:lnSpc>
              <a:spcBef>
                <a:spcPts val="0"/>
              </a:spcBef>
              <a:spcAft>
                <a:spcPts val="0"/>
              </a:spcAft>
              <a:buClr>
                <a:schemeClr val="accent3"/>
              </a:buClr>
              <a:buSzPts val="2800"/>
              <a:buNone/>
              <a:defRPr>
                <a:solidFill>
                  <a:schemeClr val="accent3"/>
                </a:solidFill>
              </a:defRPr>
            </a:lvl9pPr>
          </a:lstStyle>
          <a:p/>
        </p:txBody>
      </p:sp>
      <p:sp>
        <p:nvSpPr>
          <p:cNvPr id="17" name="Google Shape;17;p3"/>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sp>
        <p:nvSpPr>
          <p:cNvPr id="18" name="Google Shape;18;p3"/>
          <p:cNvSpPr txBox="1"/>
          <p:nvPr>
            <p:ph idx="1" type="body"/>
          </p:nvPr>
        </p:nvSpPr>
        <p:spPr>
          <a:xfrm>
            <a:off x="355000" y="1433725"/>
            <a:ext cx="84858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9pPr>
          </a:lstStyle>
          <a:p/>
        </p:txBody>
      </p:sp>
      <p:pic>
        <p:nvPicPr>
          <p:cNvPr id="19" name="Google Shape;19;p3"/>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Clase de hoy">
  <p:cSld name="CUSTOM_3_1_2">
    <p:spTree>
      <p:nvGrpSpPr>
        <p:cNvPr id="20" name="Shape 20"/>
        <p:cNvGrpSpPr/>
        <p:nvPr/>
      </p:nvGrpSpPr>
      <p:grpSpPr>
        <a:xfrm>
          <a:off x="0" y="0"/>
          <a:ext cx="0" cy="0"/>
          <a:chOff x="0" y="0"/>
          <a:chExt cx="0" cy="0"/>
        </a:xfrm>
      </p:grpSpPr>
      <p:sp>
        <p:nvSpPr>
          <p:cNvPr id="21" name="Google Shape;21;p4"/>
          <p:cNvSpPr/>
          <p:nvPr/>
        </p:nvSpPr>
        <p:spPr>
          <a:xfrm>
            <a:off x="3536400" y="420475"/>
            <a:ext cx="5607600" cy="4381800"/>
          </a:xfrm>
          <a:prstGeom prst="rect">
            <a:avLst/>
          </a:prstGeom>
          <a:solidFill>
            <a:srgbClr val="009EE3">
              <a:alpha val="504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txBox="1"/>
          <p:nvPr>
            <p:ph type="title"/>
          </p:nvPr>
        </p:nvSpPr>
        <p:spPr>
          <a:xfrm>
            <a:off x="162500" y="420475"/>
            <a:ext cx="3399900" cy="438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dk2"/>
              </a:buClr>
              <a:buSzPts val="2000"/>
              <a:buNone/>
              <a:defRPr i="1" sz="2000">
                <a:solidFill>
                  <a:schemeClr val="dk2"/>
                </a:solidFill>
              </a:defRPr>
            </a:lvl1pPr>
            <a:lvl2pPr lvl="1" rtl="0" algn="ctr">
              <a:lnSpc>
                <a:spcPct val="100000"/>
              </a:lnSpc>
              <a:spcBef>
                <a:spcPts val="0"/>
              </a:spcBef>
              <a:spcAft>
                <a:spcPts val="0"/>
              </a:spcAft>
              <a:buSzPts val="2000"/>
              <a:buNone/>
              <a:defRPr i="1" sz="2000"/>
            </a:lvl2pPr>
            <a:lvl3pPr lvl="2" rtl="0" algn="ctr">
              <a:lnSpc>
                <a:spcPct val="100000"/>
              </a:lnSpc>
              <a:spcBef>
                <a:spcPts val="0"/>
              </a:spcBef>
              <a:spcAft>
                <a:spcPts val="0"/>
              </a:spcAft>
              <a:buSzPts val="2000"/>
              <a:buNone/>
              <a:defRPr i="1" sz="2000"/>
            </a:lvl3pPr>
            <a:lvl4pPr lvl="3" rtl="0" algn="ctr">
              <a:lnSpc>
                <a:spcPct val="100000"/>
              </a:lnSpc>
              <a:spcBef>
                <a:spcPts val="0"/>
              </a:spcBef>
              <a:spcAft>
                <a:spcPts val="0"/>
              </a:spcAft>
              <a:buSzPts val="2000"/>
              <a:buNone/>
              <a:defRPr i="1" sz="2000"/>
            </a:lvl4pPr>
            <a:lvl5pPr lvl="4" rtl="0" algn="ctr">
              <a:lnSpc>
                <a:spcPct val="100000"/>
              </a:lnSpc>
              <a:spcBef>
                <a:spcPts val="0"/>
              </a:spcBef>
              <a:spcAft>
                <a:spcPts val="0"/>
              </a:spcAft>
              <a:buSzPts val="2000"/>
              <a:buNone/>
              <a:defRPr i="1" sz="2000"/>
            </a:lvl5pPr>
            <a:lvl6pPr lvl="5" rtl="0" algn="ctr">
              <a:lnSpc>
                <a:spcPct val="100000"/>
              </a:lnSpc>
              <a:spcBef>
                <a:spcPts val="0"/>
              </a:spcBef>
              <a:spcAft>
                <a:spcPts val="0"/>
              </a:spcAft>
              <a:buSzPts val="2000"/>
              <a:buNone/>
              <a:defRPr i="1" sz="2000"/>
            </a:lvl6pPr>
            <a:lvl7pPr lvl="6" rtl="0" algn="ctr">
              <a:lnSpc>
                <a:spcPct val="100000"/>
              </a:lnSpc>
              <a:spcBef>
                <a:spcPts val="0"/>
              </a:spcBef>
              <a:spcAft>
                <a:spcPts val="0"/>
              </a:spcAft>
              <a:buSzPts val="2000"/>
              <a:buNone/>
              <a:defRPr i="1" sz="2000"/>
            </a:lvl7pPr>
            <a:lvl8pPr lvl="7" rtl="0" algn="ctr">
              <a:lnSpc>
                <a:spcPct val="100000"/>
              </a:lnSpc>
              <a:spcBef>
                <a:spcPts val="0"/>
              </a:spcBef>
              <a:spcAft>
                <a:spcPts val="0"/>
              </a:spcAft>
              <a:buSzPts val="2000"/>
              <a:buNone/>
              <a:defRPr i="1" sz="2000"/>
            </a:lvl8pPr>
            <a:lvl9pPr lvl="8" rtl="0" algn="ctr">
              <a:lnSpc>
                <a:spcPct val="100000"/>
              </a:lnSpc>
              <a:spcBef>
                <a:spcPts val="0"/>
              </a:spcBef>
              <a:spcAft>
                <a:spcPts val="0"/>
              </a:spcAft>
              <a:buSzPts val="2000"/>
              <a:buNone/>
              <a:defRPr i="1" sz="2000"/>
            </a:lvl9pPr>
          </a:lstStyle>
          <a:p/>
        </p:txBody>
      </p:sp>
      <p:sp>
        <p:nvSpPr>
          <p:cNvPr id="23" name="Google Shape;23;p4"/>
          <p:cNvSpPr txBox="1"/>
          <p:nvPr>
            <p:ph idx="1" type="body"/>
          </p:nvPr>
        </p:nvSpPr>
        <p:spPr>
          <a:xfrm>
            <a:off x="3536400" y="588197"/>
            <a:ext cx="3842700" cy="4070400"/>
          </a:xfrm>
          <a:prstGeom prst="rect">
            <a:avLst/>
          </a:prstGeom>
          <a:noFill/>
          <a:ln>
            <a:noFill/>
          </a:ln>
        </p:spPr>
        <p:txBody>
          <a:bodyPr anchorCtr="0" anchor="ctr" bIns="91425" lIns="91425" spcFirstLastPara="1" rIns="91425" wrap="square" tIns="91425">
            <a:normAutofit/>
          </a:bodyPr>
          <a:lstStyle>
            <a:lvl1pPr indent="-330200" lvl="0" marL="4572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1pPr>
            <a:lvl2pPr indent="-330200" lvl="1" marL="9144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2pPr>
            <a:lvl3pPr indent="-330200" lvl="2" marL="13716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3pPr>
            <a:lvl4pPr indent="-330200" lvl="3" marL="18288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4pPr>
            <a:lvl5pPr indent="-330200" lvl="4" marL="22860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5pPr>
            <a:lvl6pPr indent="-330200" lvl="5" marL="27432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6pPr>
            <a:lvl7pPr indent="-330200" lvl="6" marL="32004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7pPr>
            <a:lvl8pPr indent="-330200" lvl="7" marL="36576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8pPr>
            <a:lvl9pPr indent="-330200" lvl="8" marL="41148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9pPr>
          </a:lstStyle>
          <a:p/>
        </p:txBody>
      </p:sp>
      <p:pic>
        <p:nvPicPr>
          <p:cNvPr id="24" name="Google Shape;24;p4"/>
          <p:cNvPicPr preferRelativeResize="0"/>
          <p:nvPr/>
        </p:nvPicPr>
        <p:blipFill>
          <a:blip r:embed="rId2">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Objetivo">
  <p:cSld name="CUSTOM_3_1_1">
    <p:spTree>
      <p:nvGrpSpPr>
        <p:cNvPr id="25" name="Shape 25"/>
        <p:cNvGrpSpPr/>
        <p:nvPr/>
      </p:nvGrpSpPr>
      <p:grpSpPr>
        <a:xfrm>
          <a:off x="0" y="0"/>
          <a:ext cx="0" cy="0"/>
          <a:chOff x="0" y="0"/>
          <a:chExt cx="0" cy="0"/>
        </a:xfrm>
      </p:grpSpPr>
      <p:sp>
        <p:nvSpPr>
          <p:cNvPr id="26" name="Google Shape;26;p5"/>
          <p:cNvSpPr txBox="1"/>
          <p:nvPr>
            <p:ph type="title"/>
          </p:nvPr>
        </p:nvSpPr>
        <p:spPr>
          <a:xfrm>
            <a:off x="1419925" y="2481150"/>
            <a:ext cx="6093600" cy="1428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None/>
              <a:defRPr b="0" i="1" sz="1800">
                <a:solidFill>
                  <a:schemeClr val="dk2"/>
                </a:solidFill>
              </a:defRPr>
            </a:lvl1pPr>
            <a:lvl2pPr lvl="1" algn="l">
              <a:lnSpc>
                <a:spcPct val="100000"/>
              </a:lnSpc>
              <a:spcBef>
                <a:spcPts val="0"/>
              </a:spcBef>
              <a:spcAft>
                <a:spcPts val="0"/>
              </a:spcAft>
              <a:buClr>
                <a:schemeClr val="dk2"/>
              </a:buClr>
              <a:buSzPts val="1800"/>
              <a:buNone/>
              <a:defRPr b="0" i="1" sz="1800">
                <a:solidFill>
                  <a:schemeClr val="dk2"/>
                </a:solidFill>
              </a:defRPr>
            </a:lvl2pPr>
            <a:lvl3pPr lvl="2" algn="l">
              <a:lnSpc>
                <a:spcPct val="100000"/>
              </a:lnSpc>
              <a:spcBef>
                <a:spcPts val="0"/>
              </a:spcBef>
              <a:spcAft>
                <a:spcPts val="0"/>
              </a:spcAft>
              <a:buClr>
                <a:schemeClr val="dk2"/>
              </a:buClr>
              <a:buSzPts val="1800"/>
              <a:buNone/>
              <a:defRPr b="0" i="1" sz="1800">
                <a:solidFill>
                  <a:schemeClr val="dk2"/>
                </a:solidFill>
              </a:defRPr>
            </a:lvl3pPr>
            <a:lvl4pPr lvl="3" algn="l">
              <a:lnSpc>
                <a:spcPct val="100000"/>
              </a:lnSpc>
              <a:spcBef>
                <a:spcPts val="0"/>
              </a:spcBef>
              <a:spcAft>
                <a:spcPts val="0"/>
              </a:spcAft>
              <a:buClr>
                <a:schemeClr val="dk2"/>
              </a:buClr>
              <a:buSzPts val="1800"/>
              <a:buNone/>
              <a:defRPr b="0" i="1" sz="1800">
                <a:solidFill>
                  <a:schemeClr val="dk2"/>
                </a:solidFill>
              </a:defRPr>
            </a:lvl4pPr>
            <a:lvl5pPr lvl="4" algn="l">
              <a:lnSpc>
                <a:spcPct val="100000"/>
              </a:lnSpc>
              <a:spcBef>
                <a:spcPts val="0"/>
              </a:spcBef>
              <a:spcAft>
                <a:spcPts val="0"/>
              </a:spcAft>
              <a:buClr>
                <a:schemeClr val="dk2"/>
              </a:buClr>
              <a:buSzPts val="1800"/>
              <a:buNone/>
              <a:defRPr b="0" i="1" sz="1800">
                <a:solidFill>
                  <a:schemeClr val="dk2"/>
                </a:solidFill>
              </a:defRPr>
            </a:lvl5pPr>
            <a:lvl6pPr lvl="5" algn="l">
              <a:lnSpc>
                <a:spcPct val="100000"/>
              </a:lnSpc>
              <a:spcBef>
                <a:spcPts val="0"/>
              </a:spcBef>
              <a:spcAft>
                <a:spcPts val="0"/>
              </a:spcAft>
              <a:buClr>
                <a:schemeClr val="dk2"/>
              </a:buClr>
              <a:buSzPts val="1800"/>
              <a:buNone/>
              <a:defRPr b="0" i="1" sz="1800">
                <a:solidFill>
                  <a:schemeClr val="dk2"/>
                </a:solidFill>
              </a:defRPr>
            </a:lvl6pPr>
            <a:lvl7pPr lvl="6" algn="l">
              <a:lnSpc>
                <a:spcPct val="100000"/>
              </a:lnSpc>
              <a:spcBef>
                <a:spcPts val="0"/>
              </a:spcBef>
              <a:spcAft>
                <a:spcPts val="0"/>
              </a:spcAft>
              <a:buClr>
                <a:schemeClr val="dk2"/>
              </a:buClr>
              <a:buSzPts val="1800"/>
              <a:buNone/>
              <a:defRPr b="0" i="1" sz="1800">
                <a:solidFill>
                  <a:schemeClr val="dk2"/>
                </a:solidFill>
              </a:defRPr>
            </a:lvl7pPr>
            <a:lvl8pPr lvl="7" algn="l">
              <a:lnSpc>
                <a:spcPct val="100000"/>
              </a:lnSpc>
              <a:spcBef>
                <a:spcPts val="0"/>
              </a:spcBef>
              <a:spcAft>
                <a:spcPts val="0"/>
              </a:spcAft>
              <a:buClr>
                <a:schemeClr val="dk2"/>
              </a:buClr>
              <a:buSzPts val="1800"/>
              <a:buNone/>
              <a:defRPr b="0" i="1" sz="1800">
                <a:solidFill>
                  <a:schemeClr val="dk2"/>
                </a:solidFill>
              </a:defRPr>
            </a:lvl8pPr>
            <a:lvl9pPr lvl="8" algn="l">
              <a:lnSpc>
                <a:spcPct val="100000"/>
              </a:lnSpc>
              <a:spcBef>
                <a:spcPts val="0"/>
              </a:spcBef>
              <a:spcAft>
                <a:spcPts val="0"/>
              </a:spcAft>
              <a:buClr>
                <a:schemeClr val="dk2"/>
              </a:buClr>
              <a:buSzPts val="1800"/>
              <a:buNone/>
              <a:defRPr b="0" i="1" sz="1800">
                <a:solidFill>
                  <a:schemeClr val="dk2"/>
                </a:solidFill>
              </a:defRPr>
            </a:lvl9pPr>
          </a:lstStyle>
          <a:p/>
        </p:txBody>
      </p:sp>
      <p:pic>
        <p:nvPicPr>
          <p:cNvPr id="27" name="Google Shape;27;p5"/>
          <p:cNvPicPr preferRelativeResize="0"/>
          <p:nvPr/>
        </p:nvPicPr>
        <p:blipFill rotWithShape="1">
          <a:blip r:embed="rId2">
            <a:alphaModFix amt="67000"/>
          </a:blip>
          <a:srcRect b="15640" l="29333" r="0" t="0"/>
          <a:stretch/>
        </p:blipFill>
        <p:spPr>
          <a:xfrm rot="5400000">
            <a:off x="6000749" y="2000274"/>
            <a:ext cx="4128650" cy="3377051"/>
          </a:xfrm>
          <a:prstGeom prst="rect">
            <a:avLst/>
          </a:prstGeom>
          <a:noFill/>
          <a:ln>
            <a:noFill/>
          </a:ln>
        </p:spPr>
      </p:pic>
      <p:pic>
        <p:nvPicPr>
          <p:cNvPr id="28" name="Google Shape;28;p5"/>
          <p:cNvPicPr preferRelativeResize="0"/>
          <p:nvPr/>
        </p:nvPicPr>
        <p:blipFill rotWithShape="1">
          <a:blip r:embed="rId2">
            <a:alphaModFix amt="67000"/>
          </a:blip>
          <a:srcRect b="15640" l="29333" r="0" t="0"/>
          <a:stretch/>
        </p:blipFill>
        <p:spPr>
          <a:xfrm rot="-5400000">
            <a:off x="-985400" y="-233800"/>
            <a:ext cx="4128650" cy="3377051"/>
          </a:xfrm>
          <a:prstGeom prst="rect">
            <a:avLst/>
          </a:prstGeom>
          <a:noFill/>
          <a:ln>
            <a:noFill/>
          </a:ln>
        </p:spPr>
      </p:pic>
      <p:sp>
        <p:nvSpPr>
          <p:cNvPr id="29" name="Google Shape;29;p5"/>
          <p:cNvSpPr txBox="1"/>
          <p:nvPr/>
        </p:nvSpPr>
        <p:spPr>
          <a:xfrm>
            <a:off x="1419925" y="1397150"/>
            <a:ext cx="6093600" cy="123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2800">
                <a:solidFill>
                  <a:schemeClr val="accent3"/>
                </a:solidFill>
                <a:latin typeface="Roboto"/>
                <a:ea typeface="Roboto"/>
                <a:cs typeface="Roboto"/>
                <a:sym typeface="Roboto"/>
              </a:rPr>
              <a:t>¿Qué aprenderás en esta sesión?</a:t>
            </a:r>
            <a:endParaRPr b="1" sz="2800">
              <a:solidFill>
                <a:schemeClr val="accent3"/>
              </a:solidFill>
              <a:latin typeface="Roboto"/>
              <a:ea typeface="Roboto"/>
              <a:cs typeface="Roboto"/>
              <a:sym typeface="Roboto"/>
            </a:endParaRPr>
          </a:p>
        </p:txBody>
      </p:sp>
      <p:pic>
        <p:nvPicPr>
          <p:cNvPr id="30" name="Google Shape;30;p5"/>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 Título 1">
  <p:cSld name="CUSTOM_29_1_1_1">
    <p:spTree>
      <p:nvGrpSpPr>
        <p:cNvPr id="31" name="Shape 31"/>
        <p:cNvGrpSpPr/>
        <p:nvPr/>
      </p:nvGrpSpPr>
      <p:grpSpPr>
        <a:xfrm>
          <a:off x="0" y="0"/>
          <a:ext cx="0" cy="0"/>
          <a:chOff x="0" y="0"/>
          <a:chExt cx="0" cy="0"/>
        </a:xfrm>
      </p:grpSpPr>
      <p:sp>
        <p:nvSpPr>
          <p:cNvPr id="32" name="Google Shape;32;p6"/>
          <p:cNvSpPr/>
          <p:nvPr/>
        </p:nvSpPr>
        <p:spPr>
          <a:xfrm>
            <a:off x="0" y="0"/>
            <a:ext cx="9159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6"/>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34" name="Google Shape;34;p6"/>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sp>
        <p:nvSpPr>
          <p:cNvPr id="35" name="Google Shape;35;p6"/>
          <p:cNvSpPr/>
          <p:nvPr/>
        </p:nvSpPr>
        <p:spPr>
          <a:xfrm>
            <a:off x="5256475" y="1204950"/>
            <a:ext cx="2733600" cy="2733600"/>
          </a:xfrm>
          <a:prstGeom prst="ellipse">
            <a:avLst/>
          </a:prstGeom>
          <a:solidFill>
            <a:srgbClr val="FFFFFF"/>
          </a:solidFill>
          <a:ln cap="flat" cmpd="sng" w="76200">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 name="Google Shape;36;p6"/>
          <p:cNvPicPr preferRelativeResize="0"/>
          <p:nvPr/>
        </p:nvPicPr>
        <p:blipFill>
          <a:blip r:embed="rId3">
            <a:alphaModFix/>
          </a:blip>
          <a:stretch>
            <a:fillRect/>
          </a:stretch>
        </p:blipFill>
        <p:spPr>
          <a:xfrm>
            <a:off x="5578725" y="1016100"/>
            <a:ext cx="2089099" cy="29224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 Título 2">
  <p:cSld name="CUSTOM_2_3_1">
    <p:spTree>
      <p:nvGrpSpPr>
        <p:cNvPr id="37" name="Shape 37"/>
        <p:cNvGrpSpPr/>
        <p:nvPr/>
      </p:nvGrpSpPr>
      <p:grpSpPr>
        <a:xfrm>
          <a:off x="0" y="0"/>
          <a:ext cx="0" cy="0"/>
          <a:chOff x="0" y="0"/>
          <a:chExt cx="0" cy="0"/>
        </a:xfrm>
      </p:grpSpPr>
      <p:sp>
        <p:nvSpPr>
          <p:cNvPr id="38" name="Google Shape;38;p7"/>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1pPr>
            <a:lvl2pPr lvl="1"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2pPr>
            <a:lvl3pPr lvl="2"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3pPr>
            <a:lvl4pPr lvl="3"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4pPr>
            <a:lvl5pPr lvl="4"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5pPr>
            <a:lvl6pPr lvl="5"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6pPr>
            <a:lvl7pPr lvl="6"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7pPr>
            <a:lvl8pPr lvl="7"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8pPr>
            <a:lvl9pPr lvl="8"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9pPr>
          </a:lstStyle>
          <a:p/>
        </p:txBody>
      </p:sp>
      <p:pic>
        <p:nvPicPr>
          <p:cNvPr id="39" name="Google Shape;39;p7"/>
          <p:cNvPicPr preferRelativeResize="0"/>
          <p:nvPr/>
        </p:nvPicPr>
        <p:blipFill>
          <a:blip r:embed="rId2">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1">
  <p:cSld name="CUSTOM_1_3">
    <p:spTree>
      <p:nvGrpSpPr>
        <p:cNvPr id="40" name="Shape 40"/>
        <p:cNvGrpSpPr/>
        <p:nvPr/>
      </p:nvGrpSpPr>
      <p:grpSpPr>
        <a:xfrm>
          <a:off x="0" y="0"/>
          <a:ext cx="0" cy="0"/>
          <a:chOff x="0" y="0"/>
          <a:chExt cx="0" cy="0"/>
        </a:xfrm>
      </p:grpSpPr>
      <p:sp>
        <p:nvSpPr>
          <p:cNvPr id="41" name="Google Shape;41;p8"/>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algn="l">
              <a:lnSpc>
                <a:spcPct val="100000"/>
              </a:lnSpc>
              <a:spcBef>
                <a:spcPts val="0"/>
              </a:spcBef>
              <a:spcAft>
                <a:spcPts val="0"/>
              </a:spcAft>
              <a:buClr>
                <a:schemeClr val="accent4"/>
              </a:buClr>
              <a:buSzPts val="2800"/>
              <a:buNone/>
              <a:defRPr>
                <a:solidFill>
                  <a:schemeClr val="accent4"/>
                </a:solidFill>
              </a:defRPr>
            </a:lvl2pPr>
            <a:lvl3pPr lvl="2" algn="l">
              <a:lnSpc>
                <a:spcPct val="100000"/>
              </a:lnSpc>
              <a:spcBef>
                <a:spcPts val="0"/>
              </a:spcBef>
              <a:spcAft>
                <a:spcPts val="0"/>
              </a:spcAft>
              <a:buClr>
                <a:schemeClr val="accent4"/>
              </a:buClr>
              <a:buSzPts val="2800"/>
              <a:buNone/>
              <a:defRPr>
                <a:solidFill>
                  <a:schemeClr val="accent4"/>
                </a:solidFill>
              </a:defRPr>
            </a:lvl3pPr>
            <a:lvl4pPr lvl="3" algn="l">
              <a:lnSpc>
                <a:spcPct val="100000"/>
              </a:lnSpc>
              <a:spcBef>
                <a:spcPts val="0"/>
              </a:spcBef>
              <a:spcAft>
                <a:spcPts val="0"/>
              </a:spcAft>
              <a:buClr>
                <a:schemeClr val="accent4"/>
              </a:buClr>
              <a:buSzPts val="2800"/>
              <a:buNone/>
              <a:defRPr>
                <a:solidFill>
                  <a:schemeClr val="accent4"/>
                </a:solidFill>
              </a:defRPr>
            </a:lvl4pPr>
            <a:lvl5pPr lvl="4" algn="l">
              <a:lnSpc>
                <a:spcPct val="100000"/>
              </a:lnSpc>
              <a:spcBef>
                <a:spcPts val="0"/>
              </a:spcBef>
              <a:spcAft>
                <a:spcPts val="0"/>
              </a:spcAft>
              <a:buClr>
                <a:schemeClr val="accent4"/>
              </a:buClr>
              <a:buSzPts val="2800"/>
              <a:buNone/>
              <a:defRPr>
                <a:solidFill>
                  <a:schemeClr val="accent4"/>
                </a:solidFill>
              </a:defRPr>
            </a:lvl5pPr>
            <a:lvl6pPr lvl="5" algn="l">
              <a:lnSpc>
                <a:spcPct val="100000"/>
              </a:lnSpc>
              <a:spcBef>
                <a:spcPts val="0"/>
              </a:spcBef>
              <a:spcAft>
                <a:spcPts val="0"/>
              </a:spcAft>
              <a:buClr>
                <a:schemeClr val="accent4"/>
              </a:buClr>
              <a:buSzPts val="2800"/>
              <a:buNone/>
              <a:defRPr>
                <a:solidFill>
                  <a:schemeClr val="accent4"/>
                </a:solidFill>
              </a:defRPr>
            </a:lvl6pPr>
            <a:lvl7pPr lvl="6" algn="l">
              <a:lnSpc>
                <a:spcPct val="100000"/>
              </a:lnSpc>
              <a:spcBef>
                <a:spcPts val="0"/>
              </a:spcBef>
              <a:spcAft>
                <a:spcPts val="0"/>
              </a:spcAft>
              <a:buClr>
                <a:schemeClr val="accent4"/>
              </a:buClr>
              <a:buSzPts val="2800"/>
              <a:buNone/>
              <a:defRPr>
                <a:solidFill>
                  <a:schemeClr val="accent4"/>
                </a:solidFill>
              </a:defRPr>
            </a:lvl7pPr>
            <a:lvl8pPr lvl="7" algn="l">
              <a:lnSpc>
                <a:spcPct val="100000"/>
              </a:lnSpc>
              <a:spcBef>
                <a:spcPts val="0"/>
              </a:spcBef>
              <a:spcAft>
                <a:spcPts val="0"/>
              </a:spcAft>
              <a:buClr>
                <a:schemeClr val="accent4"/>
              </a:buClr>
              <a:buSzPts val="2800"/>
              <a:buNone/>
              <a:defRPr>
                <a:solidFill>
                  <a:schemeClr val="accent4"/>
                </a:solidFill>
              </a:defRPr>
            </a:lvl8pPr>
            <a:lvl9pPr lvl="8" algn="l">
              <a:lnSpc>
                <a:spcPct val="100000"/>
              </a:lnSpc>
              <a:spcBef>
                <a:spcPts val="0"/>
              </a:spcBef>
              <a:spcAft>
                <a:spcPts val="0"/>
              </a:spcAft>
              <a:buClr>
                <a:schemeClr val="accent4"/>
              </a:buClr>
              <a:buSzPts val="2800"/>
              <a:buNone/>
              <a:defRPr>
                <a:solidFill>
                  <a:schemeClr val="accent4"/>
                </a:solidFill>
              </a:defRPr>
            </a:lvl9pPr>
          </a:lstStyle>
          <a:p/>
        </p:txBody>
      </p:sp>
      <p:sp>
        <p:nvSpPr>
          <p:cNvPr id="42" name="Google Shape;42;p8"/>
          <p:cNvSpPr txBox="1"/>
          <p:nvPr>
            <p:ph idx="1" type="body"/>
          </p:nvPr>
        </p:nvSpPr>
        <p:spPr>
          <a:xfrm>
            <a:off x="355000" y="1433725"/>
            <a:ext cx="84858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43" name="Google Shape;43;p8"/>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algn="l">
              <a:lnSpc>
                <a:spcPct val="100000"/>
              </a:lnSpc>
              <a:spcBef>
                <a:spcPts val="0"/>
              </a:spcBef>
              <a:spcAft>
                <a:spcPts val="0"/>
              </a:spcAft>
              <a:buClr>
                <a:schemeClr val="dk2"/>
              </a:buClr>
              <a:buSzPts val="1800"/>
              <a:buNone/>
              <a:defRPr i="1" sz="1800">
                <a:solidFill>
                  <a:schemeClr val="dk2"/>
                </a:solidFill>
              </a:defRPr>
            </a:lvl2pPr>
            <a:lvl3pPr lvl="2" algn="l">
              <a:lnSpc>
                <a:spcPct val="100000"/>
              </a:lnSpc>
              <a:spcBef>
                <a:spcPts val="0"/>
              </a:spcBef>
              <a:spcAft>
                <a:spcPts val="0"/>
              </a:spcAft>
              <a:buClr>
                <a:schemeClr val="dk2"/>
              </a:buClr>
              <a:buSzPts val="1800"/>
              <a:buNone/>
              <a:defRPr i="1" sz="1800">
                <a:solidFill>
                  <a:schemeClr val="dk2"/>
                </a:solidFill>
              </a:defRPr>
            </a:lvl3pPr>
            <a:lvl4pPr lvl="3" algn="l">
              <a:lnSpc>
                <a:spcPct val="100000"/>
              </a:lnSpc>
              <a:spcBef>
                <a:spcPts val="0"/>
              </a:spcBef>
              <a:spcAft>
                <a:spcPts val="0"/>
              </a:spcAft>
              <a:buClr>
                <a:schemeClr val="dk2"/>
              </a:buClr>
              <a:buSzPts val="1800"/>
              <a:buNone/>
              <a:defRPr i="1" sz="1800">
                <a:solidFill>
                  <a:schemeClr val="dk2"/>
                </a:solidFill>
              </a:defRPr>
            </a:lvl4pPr>
            <a:lvl5pPr lvl="4" algn="l">
              <a:lnSpc>
                <a:spcPct val="100000"/>
              </a:lnSpc>
              <a:spcBef>
                <a:spcPts val="0"/>
              </a:spcBef>
              <a:spcAft>
                <a:spcPts val="0"/>
              </a:spcAft>
              <a:buClr>
                <a:schemeClr val="dk2"/>
              </a:buClr>
              <a:buSzPts val="1800"/>
              <a:buNone/>
              <a:defRPr i="1" sz="1800">
                <a:solidFill>
                  <a:schemeClr val="dk2"/>
                </a:solidFill>
              </a:defRPr>
            </a:lvl5pPr>
            <a:lvl6pPr lvl="5" algn="l">
              <a:lnSpc>
                <a:spcPct val="100000"/>
              </a:lnSpc>
              <a:spcBef>
                <a:spcPts val="0"/>
              </a:spcBef>
              <a:spcAft>
                <a:spcPts val="0"/>
              </a:spcAft>
              <a:buClr>
                <a:schemeClr val="dk2"/>
              </a:buClr>
              <a:buSzPts val="1800"/>
              <a:buNone/>
              <a:defRPr i="1" sz="1800">
                <a:solidFill>
                  <a:schemeClr val="dk2"/>
                </a:solidFill>
              </a:defRPr>
            </a:lvl6pPr>
            <a:lvl7pPr lvl="6" algn="l">
              <a:lnSpc>
                <a:spcPct val="100000"/>
              </a:lnSpc>
              <a:spcBef>
                <a:spcPts val="0"/>
              </a:spcBef>
              <a:spcAft>
                <a:spcPts val="0"/>
              </a:spcAft>
              <a:buClr>
                <a:schemeClr val="dk2"/>
              </a:buClr>
              <a:buSzPts val="1800"/>
              <a:buNone/>
              <a:defRPr i="1" sz="1800">
                <a:solidFill>
                  <a:schemeClr val="dk2"/>
                </a:solidFill>
              </a:defRPr>
            </a:lvl7pPr>
            <a:lvl8pPr lvl="7" algn="l">
              <a:lnSpc>
                <a:spcPct val="100000"/>
              </a:lnSpc>
              <a:spcBef>
                <a:spcPts val="0"/>
              </a:spcBef>
              <a:spcAft>
                <a:spcPts val="0"/>
              </a:spcAft>
              <a:buClr>
                <a:schemeClr val="dk2"/>
              </a:buClr>
              <a:buSzPts val="1800"/>
              <a:buNone/>
              <a:defRPr i="1" sz="1800">
                <a:solidFill>
                  <a:schemeClr val="dk2"/>
                </a:solidFill>
              </a:defRPr>
            </a:lvl8pPr>
            <a:lvl9pPr lvl="8" algn="l">
              <a:lnSpc>
                <a:spcPct val="100000"/>
              </a:lnSpc>
              <a:spcBef>
                <a:spcPts val="0"/>
              </a:spcBef>
              <a:spcAft>
                <a:spcPts val="0"/>
              </a:spcAft>
              <a:buClr>
                <a:schemeClr val="dk2"/>
              </a:buClr>
              <a:buSzPts val="1800"/>
              <a:buNone/>
              <a:defRPr i="1" sz="1800">
                <a:solidFill>
                  <a:schemeClr val="dk2"/>
                </a:solidFill>
              </a:defRPr>
            </a:lvl9pPr>
          </a:lstStyle>
          <a:p/>
        </p:txBody>
      </p:sp>
      <p:pic>
        <p:nvPicPr>
          <p:cNvPr id="44" name="Google Shape;44;p8"/>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2">
  <p:cSld name="CUSTOM_1_4_3">
    <p:spTree>
      <p:nvGrpSpPr>
        <p:cNvPr id="45" name="Shape 45"/>
        <p:cNvGrpSpPr/>
        <p:nvPr/>
      </p:nvGrpSpPr>
      <p:grpSpPr>
        <a:xfrm>
          <a:off x="0" y="0"/>
          <a:ext cx="0" cy="0"/>
          <a:chOff x="0" y="0"/>
          <a:chExt cx="0" cy="0"/>
        </a:xfrm>
      </p:grpSpPr>
      <p:sp>
        <p:nvSpPr>
          <p:cNvPr id="46" name="Google Shape;46;p9"/>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algn="l">
              <a:lnSpc>
                <a:spcPct val="100000"/>
              </a:lnSpc>
              <a:spcBef>
                <a:spcPts val="0"/>
              </a:spcBef>
              <a:spcAft>
                <a:spcPts val="0"/>
              </a:spcAft>
              <a:buClr>
                <a:schemeClr val="accent4"/>
              </a:buClr>
              <a:buSzPts val="2800"/>
              <a:buNone/>
              <a:defRPr>
                <a:solidFill>
                  <a:schemeClr val="accent4"/>
                </a:solidFill>
              </a:defRPr>
            </a:lvl2pPr>
            <a:lvl3pPr lvl="2" algn="l">
              <a:lnSpc>
                <a:spcPct val="100000"/>
              </a:lnSpc>
              <a:spcBef>
                <a:spcPts val="0"/>
              </a:spcBef>
              <a:spcAft>
                <a:spcPts val="0"/>
              </a:spcAft>
              <a:buClr>
                <a:schemeClr val="accent4"/>
              </a:buClr>
              <a:buSzPts val="2800"/>
              <a:buNone/>
              <a:defRPr>
                <a:solidFill>
                  <a:schemeClr val="accent4"/>
                </a:solidFill>
              </a:defRPr>
            </a:lvl3pPr>
            <a:lvl4pPr lvl="3" algn="l">
              <a:lnSpc>
                <a:spcPct val="100000"/>
              </a:lnSpc>
              <a:spcBef>
                <a:spcPts val="0"/>
              </a:spcBef>
              <a:spcAft>
                <a:spcPts val="0"/>
              </a:spcAft>
              <a:buClr>
                <a:schemeClr val="accent4"/>
              </a:buClr>
              <a:buSzPts val="2800"/>
              <a:buNone/>
              <a:defRPr>
                <a:solidFill>
                  <a:schemeClr val="accent4"/>
                </a:solidFill>
              </a:defRPr>
            </a:lvl4pPr>
            <a:lvl5pPr lvl="4" algn="l">
              <a:lnSpc>
                <a:spcPct val="100000"/>
              </a:lnSpc>
              <a:spcBef>
                <a:spcPts val="0"/>
              </a:spcBef>
              <a:spcAft>
                <a:spcPts val="0"/>
              </a:spcAft>
              <a:buClr>
                <a:schemeClr val="accent4"/>
              </a:buClr>
              <a:buSzPts val="2800"/>
              <a:buNone/>
              <a:defRPr>
                <a:solidFill>
                  <a:schemeClr val="accent4"/>
                </a:solidFill>
              </a:defRPr>
            </a:lvl5pPr>
            <a:lvl6pPr lvl="5" algn="l">
              <a:lnSpc>
                <a:spcPct val="100000"/>
              </a:lnSpc>
              <a:spcBef>
                <a:spcPts val="0"/>
              </a:spcBef>
              <a:spcAft>
                <a:spcPts val="0"/>
              </a:spcAft>
              <a:buClr>
                <a:schemeClr val="accent4"/>
              </a:buClr>
              <a:buSzPts val="2800"/>
              <a:buNone/>
              <a:defRPr>
                <a:solidFill>
                  <a:schemeClr val="accent4"/>
                </a:solidFill>
              </a:defRPr>
            </a:lvl6pPr>
            <a:lvl7pPr lvl="6" algn="l">
              <a:lnSpc>
                <a:spcPct val="100000"/>
              </a:lnSpc>
              <a:spcBef>
                <a:spcPts val="0"/>
              </a:spcBef>
              <a:spcAft>
                <a:spcPts val="0"/>
              </a:spcAft>
              <a:buClr>
                <a:schemeClr val="accent4"/>
              </a:buClr>
              <a:buSzPts val="2800"/>
              <a:buNone/>
              <a:defRPr>
                <a:solidFill>
                  <a:schemeClr val="accent4"/>
                </a:solidFill>
              </a:defRPr>
            </a:lvl7pPr>
            <a:lvl8pPr lvl="7" algn="l">
              <a:lnSpc>
                <a:spcPct val="100000"/>
              </a:lnSpc>
              <a:spcBef>
                <a:spcPts val="0"/>
              </a:spcBef>
              <a:spcAft>
                <a:spcPts val="0"/>
              </a:spcAft>
              <a:buClr>
                <a:schemeClr val="accent4"/>
              </a:buClr>
              <a:buSzPts val="2800"/>
              <a:buNone/>
              <a:defRPr>
                <a:solidFill>
                  <a:schemeClr val="accent4"/>
                </a:solidFill>
              </a:defRPr>
            </a:lvl8pPr>
            <a:lvl9pPr lvl="8" algn="l">
              <a:lnSpc>
                <a:spcPct val="100000"/>
              </a:lnSpc>
              <a:spcBef>
                <a:spcPts val="0"/>
              </a:spcBef>
              <a:spcAft>
                <a:spcPts val="0"/>
              </a:spcAft>
              <a:buClr>
                <a:schemeClr val="accent4"/>
              </a:buClr>
              <a:buSzPts val="2800"/>
              <a:buNone/>
              <a:defRPr>
                <a:solidFill>
                  <a:schemeClr val="accent4"/>
                </a:solidFill>
              </a:defRPr>
            </a:lvl9pPr>
          </a:lstStyle>
          <a:p/>
        </p:txBody>
      </p:sp>
      <p:sp>
        <p:nvSpPr>
          <p:cNvPr id="47" name="Google Shape;47;p9"/>
          <p:cNvSpPr txBox="1"/>
          <p:nvPr>
            <p:ph idx="1" type="body"/>
          </p:nvPr>
        </p:nvSpPr>
        <p:spPr>
          <a:xfrm>
            <a:off x="355000" y="1433725"/>
            <a:ext cx="41130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48" name="Google Shape;48;p9"/>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algn="l">
              <a:lnSpc>
                <a:spcPct val="100000"/>
              </a:lnSpc>
              <a:spcBef>
                <a:spcPts val="0"/>
              </a:spcBef>
              <a:spcAft>
                <a:spcPts val="0"/>
              </a:spcAft>
              <a:buClr>
                <a:schemeClr val="dk2"/>
              </a:buClr>
              <a:buSzPts val="1800"/>
              <a:buNone/>
              <a:defRPr i="1" sz="1800">
                <a:solidFill>
                  <a:schemeClr val="dk2"/>
                </a:solidFill>
              </a:defRPr>
            </a:lvl2pPr>
            <a:lvl3pPr lvl="2" algn="l">
              <a:lnSpc>
                <a:spcPct val="100000"/>
              </a:lnSpc>
              <a:spcBef>
                <a:spcPts val="0"/>
              </a:spcBef>
              <a:spcAft>
                <a:spcPts val="0"/>
              </a:spcAft>
              <a:buClr>
                <a:schemeClr val="dk2"/>
              </a:buClr>
              <a:buSzPts val="1800"/>
              <a:buNone/>
              <a:defRPr i="1" sz="1800">
                <a:solidFill>
                  <a:schemeClr val="dk2"/>
                </a:solidFill>
              </a:defRPr>
            </a:lvl3pPr>
            <a:lvl4pPr lvl="3" algn="l">
              <a:lnSpc>
                <a:spcPct val="100000"/>
              </a:lnSpc>
              <a:spcBef>
                <a:spcPts val="0"/>
              </a:spcBef>
              <a:spcAft>
                <a:spcPts val="0"/>
              </a:spcAft>
              <a:buClr>
                <a:schemeClr val="dk2"/>
              </a:buClr>
              <a:buSzPts val="1800"/>
              <a:buNone/>
              <a:defRPr i="1" sz="1800">
                <a:solidFill>
                  <a:schemeClr val="dk2"/>
                </a:solidFill>
              </a:defRPr>
            </a:lvl4pPr>
            <a:lvl5pPr lvl="4" algn="l">
              <a:lnSpc>
                <a:spcPct val="100000"/>
              </a:lnSpc>
              <a:spcBef>
                <a:spcPts val="0"/>
              </a:spcBef>
              <a:spcAft>
                <a:spcPts val="0"/>
              </a:spcAft>
              <a:buClr>
                <a:schemeClr val="dk2"/>
              </a:buClr>
              <a:buSzPts val="1800"/>
              <a:buNone/>
              <a:defRPr i="1" sz="1800">
                <a:solidFill>
                  <a:schemeClr val="dk2"/>
                </a:solidFill>
              </a:defRPr>
            </a:lvl5pPr>
            <a:lvl6pPr lvl="5" algn="l">
              <a:lnSpc>
                <a:spcPct val="100000"/>
              </a:lnSpc>
              <a:spcBef>
                <a:spcPts val="0"/>
              </a:spcBef>
              <a:spcAft>
                <a:spcPts val="0"/>
              </a:spcAft>
              <a:buClr>
                <a:schemeClr val="dk2"/>
              </a:buClr>
              <a:buSzPts val="1800"/>
              <a:buNone/>
              <a:defRPr i="1" sz="1800">
                <a:solidFill>
                  <a:schemeClr val="dk2"/>
                </a:solidFill>
              </a:defRPr>
            </a:lvl6pPr>
            <a:lvl7pPr lvl="6" algn="l">
              <a:lnSpc>
                <a:spcPct val="100000"/>
              </a:lnSpc>
              <a:spcBef>
                <a:spcPts val="0"/>
              </a:spcBef>
              <a:spcAft>
                <a:spcPts val="0"/>
              </a:spcAft>
              <a:buClr>
                <a:schemeClr val="dk2"/>
              </a:buClr>
              <a:buSzPts val="1800"/>
              <a:buNone/>
              <a:defRPr i="1" sz="1800">
                <a:solidFill>
                  <a:schemeClr val="dk2"/>
                </a:solidFill>
              </a:defRPr>
            </a:lvl7pPr>
            <a:lvl8pPr lvl="7" algn="l">
              <a:lnSpc>
                <a:spcPct val="100000"/>
              </a:lnSpc>
              <a:spcBef>
                <a:spcPts val="0"/>
              </a:spcBef>
              <a:spcAft>
                <a:spcPts val="0"/>
              </a:spcAft>
              <a:buClr>
                <a:schemeClr val="dk2"/>
              </a:buClr>
              <a:buSzPts val="1800"/>
              <a:buNone/>
              <a:defRPr i="1" sz="1800">
                <a:solidFill>
                  <a:schemeClr val="dk2"/>
                </a:solidFill>
              </a:defRPr>
            </a:lvl8pPr>
            <a:lvl9pPr lvl="8" algn="l">
              <a:lnSpc>
                <a:spcPct val="100000"/>
              </a:lnSpc>
              <a:spcBef>
                <a:spcPts val="0"/>
              </a:spcBef>
              <a:spcAft>
                <a:spcPts val="0"/>
              </a:spcAft>
              <a:buClr>
                <a:schemeClr val="dk2"/>
              </a:buClr>
              <a:buSzPts val="1800"/>
              <a:buNone/>
              <a:defRPr i="1" sz="1800">
                <a:solidFill>
                  <a:schemeClr val="dk2"/>
                </a:solidFill>
              </a:defRPr>
            </a:lvl9pPr>
          </a:lstStyle>
          <a:p/>
        </p:txBody>
      </p:sp>
      <p:sp>
        <p:nvSpPr>
          <p:cNvPr id="49" name="Google Shape;49;p9"/>
          <p:cNvSpPr txBox="1"/>
          <p:nvPr>
            <p:ph idx="3" type="body"/>
          </p:nvPr>
        </p:nvSpPr>
        <p:spPr>
          <a:xfrm>
            <a:off x="4698400" y="1433725"/>
            <a:ext cx="41130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pic>
        <p:nvPicPr>
          <p:cNvPr id="50" name="Google Shape;50;p9"/>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3">
  <p:cSld name="CUSTOM_1_3_1">
    <p:spTree>
      <p:nvGrpSpPr>
        <p:cNvPr id="51" name="Shape 51"/>
        <p:cNvGrpSpPr/>
        <p:nvPr/>
      </p:nvGrpSpPr>
      <p:grpSpPr>
        <a:xfrm>
          <a:off x="0" y="0"/>
          <a:ext cx="0" cy="0"/>
          <a:chOff x="0" y="0"/>
          <a:chExt cx="0" cy="0"/>
        </a:xfrm>
      </p:grpSpPr>
      <p:pic>
        <p:nvPicPr>
          <p:cNvPr id="52" name="Google Shape;52;p10"/>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4">
  <p:cSld name="CUSTOM_1_4_4_3_1_1">
    <p:spTree>
      <p:nvGrpSpPr>
        <p:cNvPr id="53" name="Shape 53"/>
        <p:cNvGrpSpPr/>
        <p:nvPr/>
      </p:nvGrpSpPr>
      <p:grpSpPr>
        <a:xfrm>
          <a:off x="0" y="0"/>
          <a:ext cx="0" cy="0"/>
          <a:chOff x="0" y="0"/>
          <a:chExt cx="0" cy="0"/>
        </a:xfrm>
      </p:grpSpPr>
      <p:sp>
        <p:nvSpPr>
          <p:cNvPr id="54" name="Google Shape;54;p11"/>
          <p:cNvSpPr/>
          <p:nvPr/>
        </p:nvSpPr>
        <p:spPr>
          <a:xfrm>
            <a:off x="8462250" y="-54400"/>
            <a:ext cx="752100" cy="5253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Roboto"/>
              <a:ea typeface="Roboto"/>
              <a:cs typeface="Roboto"/>
              <a:sym typeface="Roboto"/>
            </a:endParaRPr>
          </a:p>
        </p:txBody>
      </p:sp>
      <p:pic>
        <p:nvPicPr>
          <p:cNvPr id="55" name="Google Shape;55;p11"/>
          <p:cNvPicPr preferRelativeResize="0"/>
          <p:nvPr/>
        </p:nvPicPr>
        <p:blipFill rotWithShape="1">
          <a:blip r:embed="rId2">
            <a:alphaModFix amt="95000"/>
          </a:blip>
          <a:srcRect b="0" l="0" r="0" t="0"/>
          <a:stretch/>
        </p:blipFill>
        <p:spPr>
          <a:xfrm>
            <a:off x="7757618" y="0"/>
            <a:ext cx="1280794" cy="5143500"/>
          </a:xfrm>
          <a:prstGeom prst="rect">
            <a:avLst/>
          </a:prstGeom>
          <a:noFill/>
          <a:ln>
            <a:noFill/>
          </a:ln>
        </p:spPr>
      </p:pic>
      <p:sp>
        <p:nvSpPr>
          <p:cNvPr id="56" name="Google Shape;56;p11"/>
          <p:cNvSpPr txBox="1"/>
          <p:nvPr>
            <p:ph type="title"/>
          </p:nvPr>
        </p:nvSpPr>
        <p:spPr>
          <a:xfrm>
            <a:off x="277050" y="328825"/>
            <a:ext cx="81852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rtl="0" algn="l">
              <a:lnSpc>
                <a:spcPct val="100000"/>
              </a:lnSpc>
              <a:spcBef>
                <a:spcPts val="0"/>
              </a:spcBef>
              <a:spcAft>
                <a:spcPts val="0"/>
              </a:spcAft>
              <a:buClr>
                <a:schemeClr val="accent4"/>
              </a:buClr>
              <a:buSzPts val="2800"/>
              <a:buNone/>
              <a:defRPr>
                <a:solidFill>
                  <a:schemeClr val="accent4"/>
                </a:solidFill>
              </a:defRPr>
            </a:lvl2pPr>
            <a:lvl3pPr lvl="2" rtl="0" algn="l">
              <a:lnSpc>
                <a:spcPct val="100000"/>
              </a:lnSpc>
              <a:spcBef>
                <a:spcPts val="0"/>
              </a:spcBef>
              <a:spcAft>
                <a:spcPts val="0"/>
              </a:spcAft>
              <a:buClr>
                <a:schemeClr val="accent4"/>
              </a:buClr>
              <a:buSzPts val="2800"/>
              <a:buNone/>
              <a:defRPr>
                <a:solidFill>
                  <a:schemeClr val="accent4"/>
                </a:solidFill>
              </a:defRPr>
            </a:lvl3pPr>
            <a:lvl4pPr lvl="3" rtl="0" algn="l">
              <a:lnSpc>
                <a:spcPct val="100000"/>
              </a:lnSpc>
              <a:spcBef>
                <a:spcPts val="0"/>
              </a:spcBef>
              <a:spcAft>
                <a:spcPts val="0"/>
              </a:spcAft>
              <a:buClr>
                <a:schemeClr val="accent4"/>
              </a:buClr>
              <a:buSzPts val="2800"/>
              <a:buNone/>
              <a:defRPr>
                <a:solidFill>
                  <a:schemeClr val="accent4"/>
                </a:solidFill>
              </a:defRPr>
            </a:lvl4pPr>
            <a:lvl5pPr lvl="4" rtl="0" algn="l">
              <a:lnSpc>
                <a:spcPct val="100000"/>
              </a:lnSpc>
              <a:spcBef>
                <a:spcPts val="0"/>
              </a:spcBef>
              <a:spcAft>
                <a:spcPts val="0"/>
              </a:spcAft>
              <a:buClr>
                <a:schemeClr val="accent4"/>
              </a:buClr>
              <a:buSzPts val="2800"/>
              <a:buNone/>
              <a:defRPr>
                <a:solidFill>
                  <a:schemeClr val="accent4"/>
                </a:solidFill>
              </a:defRPr>
            </a:lvl5pPr>
            <a:lvl6pPr lvl="5" rtl="0" algn="l">
              <a:lnSpc>
                <a:spcPct val="100000"/>
              </a:lnSpc>
              <a:spcBef>
                <a:spcPts val="0"/>
              </a:spcBef>
              <a:spcAft>
                <a:spcPts val="0"/>
              </a:spcAft>
              <a:buClr>
                <a:schemeClr val="accent4"/>
              </a:buClr>
              <a:buSzPts val="2800"/>
              <a:buNone/>
              <a:defRPr>
                <a:solidFill>
                  <a:schemeClr val="accent4"/>
                </a:solidFill>
              </a:defRPr>
            </a:lvl6pPr>
            <a:lvl7pPr lvl="6" rtl="0" algn="l">
              <a:lnSpc>
                <a:spcPct val="100000"/>
              </a:lnSpc>
              <a:spcBef>
                <a:spcPts val="0"/>
              </a:spcBef>
              <a:spcAft>
                <a:spcPts val="0"/>
              </a:spcAft>
              <a:buClr>
                <a:schemeClr val="accent4"/>
              </a:buClr>
              <a:buSzPts val="2800"/>
              <a:buNone/>
              <a:defRPr>
                <a:solidFill>
                  <a:schemeClr val="accent4"/>
                </a:solidFill>
              </a:defRPr>
            </a:lvl7pPr>
            <a:lvl8pPr lvl="7" rtl="0" algn="l">
              <a:lnSpc>
                <a:spcPct val="100000"/>
              </a:lnSpc>
              <a:spcBef>
                <a:spcPts val="0"/>
              </a:spcBef>
              <a:spcAft>
                <a:spcPts val="0"/>
              </a:spcAft>
              <a:buClr>
                <a:schemeClr val="accent4"/>
              </a:buClr>
              <a:buSzPts val="2800"/>
              <a:buNone/>
              <a:defRPr>
                <a:solidFill>
                  <a:schemeClr val="accent4"/>
                </a:solidFill>
              </a:defRPr>
            </a:lvl8pPr>
            <a:lvl9pPr lvl="8" rtl="0" algn="l">
              <a:lnSpc>
                <a:spcPct val="100000"/>
              </a:lnSpc>
              <a:spcBef>
                <a:spcPts val="0"/>
              </a:spcBef>
              <a:spcAft>
                <a:spcPts val="0"/>
              </a:spcAft>
              <a:buClr>
                <a:schemeClr val="accent4"/>
              </a:buClr>
              <a:buSzPts val="2800"/>
              <a:buNone/>
              <a:defRPr>
                <a:solidFill>
                  <a:schemeClr val="accent4"/>
                </a:solidFill>
              </a:defRPr>
            </a:lvl9pPr>
          </a:lstStyle>
          <a:p/>
        </p:txBody>
      </p:sp>
      <p:sp>
        <p:nvSpPr>
          <p:cNvPr id="57" name="Google Shape;57;p11"/>
          <p:cNvSpPr txBox="1"/>
          <p:nvPr>
            <p:ph idx="1" type="body"/>
          </p:nvPr>
        </p:nvSpPr>
        <p:spPr>
          <a:xfrm>
            <a:off x="351550" y="1433725"/>
            <a:ext cx="77637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58" name="Google Shape;58;p11"/>
          <p:cNvSpPr txBox="1"/>
          <p:nvPr>
            <p:ph idx="2" type="title"/>
          </p:nvPr>
        </p:nvSpPr>
        <p:spPr>
          <a:xfrm>
            <a:off x="277050" y="709825"/>
            <a:ext cx="81852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pic>
        <p:nvPicPr>
          <p:cNvPr id="59" name="Google Shape;59;p11"/>
          <p:cNvPicPr preferRelativeResize="0"/>
          <p:nvPr/>
        </p:nvPicPr>
        <p:blipFill>
          <a:blip r:embed="rId3">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1">
  <p:cSld name="CUSTOM_36_3_1_1">
    <p:spTree>
      <p:nvGrpSpPr>
        <p:cNvPr id="60" name="Shape 60"/>
        <p:cNvGrpSpPr/>
        <p:nvPr/>
      </p:nvGrpSpPr>
      <p:grpSpPr>
        <a:xfrm>
          <a:off x="0" y="0"/>
          <a:ext cx="0" cy="0"/>
          <a:chOff x="0" y="0"/>
          <a:chExt cx="0" cy="0"/>
        </a:xfrm>
      </p:grpSpPr>
      <p:sp>
        <p:nvSpPr>
          <p:cNvPr id="61" name="Google Shape;61;p12"/>
          <p:cNvSpPr/>
          <p:nvPr/>
        </p:nvSpPr>
        <p:spPr>
          <a:xfrm>
            <a:off x="0" y="0"/>
            <a:ext cx="9159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2"/>
          <p:cNvSpPr/>
          <p:nvPr/>
        </p:nvSpPr>
        <p:spPr>
          <a:xfrm>
            <a:off x="5256475" y="1204950"/>
            <a:ext cx="2733600" cy="2733600"/>
          </a:xfrm>
          <a:prstGeom prst="ellipse">
            <a:avLst/>
          </a:prstGeom>
          <a:solidFill>
            <a:srgbClr val="FFFFFF"/>
          </a:solidFill>
          <a:ln cap="flat" cmpd="sng" w="7620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2"/>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64" name="Google Shape;64;p12"/>
          <p:cNvPicPr preferRelativeResize="0"/>
          <p:nvPr/>
        </p:nvPicPr>
        <p:blipFill>
          <a:blip r:embed="rId2">
            <a:alphaModFix/>
          </a:blip>
          <a:stretch>
            <a:fillRect/>
          </a:stretch>
        </p:blipFill>
        <p:spPr>
          <a:xfrm>
            <a:off x="5706725" y="1409175"/>
            <a:ext cx="1833099" cy="2129674"/>
          </a:xfrm>
          <a:prstGeom prst="rect">
            <a:avLst/>
          </a:prstGeom>
          <a:noFill/>
          <a:ln>
            <a:noFill/>
          </a:ln>
        </p:spPr>
      </p:pic>
      <p:pic>
        <p:nvPicPr>
          <p:cNvPr id="65" name="Google Shape;65;p12"/>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1 2">
  <p:cSld name="CUSTOM_36_3_1_1_2">
    <p:spTree>
      <p:nvGrpSpPr>
        <p:cNvPr id="66" name="Shape 66"/>
        <p:cNvGrpSpPr/>
        <p:nvPr/>
      </p:nvGrpSpPr>
      <p:grpSpPr>
        <a:xfrm>
          <a:off x="0" y="0"/>
          <a:ext cx="0" cy="0"/>
          <a:chOff x="0" y="0"/>
          <a:chExt cx="0" cy="0"/>
        </a:xfrm>
      </p:grpSpPr>
      <p:sp>
        <p:nvSpPr>
          <p:cNvPr id="67" name="Google Shape;67;p13"/>
          <p:cNvSpPr/>
          <p:nvPr/>
        </p:nvSpPr>
        <p:spPr>
          <a:xfrm>
            <a:off x="0" y="0"/>
            <a:ext cx="9159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3"/>
          <p:cNvSpPr/>
          <p:nvPr/>
        </p:nvSpPr>
        <p:spPr>
          <a:xfrm>
            <a:off x="5256475" y="1204950"/>
            <a:ext cx="2733600" cy="2733600"/>
          </a:xfrm>
          <a:prstGeom prst="ellipse">
            <a:avLst/>
          </a:prstGeom>
          <a:solidFill>
            <a:srgbClr val="FFFFFF"/>
          </a:solidFill>
          <a:ln cap="flat" cmpd="sng" w="7620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3"/>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70" name="Google Shape;70;p13"/>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71" name="Google Shape;71;p13"/>
          <p:cNvPicPr preferRelativeResize="0"/>
          <p:nvPr/>
        </p:nvPicPr>
        <p:blipFill>
          <a:blip r:embed="rId3">
            <a:alphaModFix/>
          </a:blip>
          <a:stretch>
            <a:fillRect/>
          </a:stretch>
        </p:blipFill>
        <p:spPr>
          <a:xfrm>
            <a:off x="5044550" y="1328775"/>
            <a:ext cx="2904250" cy="3391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2">
  <p:cSld name="CUSTOM_2_3_4">
    <p:spTree>
      <p:nvGrpSpPr>
        <p:cNvPr id="72" name="Shape 72"/>
        <p:cNvGrpSpPr/>
        <p:nvPr/>
      </p:nvGrpSpPr>
      <p:grpSpPr>
        <a:xfrm>
          <a:off x="0" y="0"/>
          <a:ext cx="0" cy="0"/>
          <a:chOff x="0" y="0"/>
          <a:chExt cx="0" cy="0"/>
        </a:xfrm>
      </p:grpSpPr>
      <p:sp>
        <p:nvSpPr>
          <p:cNvPr id="73" name="Google Shape;73;p14"/>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accent4"/>
              </a:buClr>
              <a:buSzPts val="4000"/>
              <a:buFont typeface="Roboto"/>
              <a:buNone/>
              <a:defRPr b="1" sz="4000">
                <a:solidFill>
                  <a:schemeClr val="accent4"/>
                </a:solidFill>
                <a:latin typeface="Roboto"/>
                <a:ea typeface="Roboto"/>
                <a:cs typeface="Roboto"/>
                <a:sym typeface="Roboto"/>
              </a:defRPr>
            </a:lvl1pPr>
            <a:lvl2pPr lvl="1"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2pPr>
            <a:lvl3pPr lvl="2"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3pPr>
            <a:lvl4pPr lvl="3"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4pPr>
            <a:lvl5pPr lvl="4"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5pPr>
            <a:lvl6pPr lvl="5"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6pPr>
            <a:lvl7pPr lvl="6"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7pPr>
            <a:lvl8pPr lvl="7"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8pPr>
            <a:lvl9pPr lvl="8"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9pPr>
          </a:lstStyle>
          <a:p/>
        </p:txBody>
      </p:sp>
      <p:pic>
        <p:nvPicPr>
          <p:cNvPr id="74" name="Google Shape;74;p14"/>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p:cSld name="CUSTOM_36_1_1">
    <p:spTree>
      <p:nvGrpSpPr>
        <p:cNvPr id="75" name="Shape 75"/>
        <p:cNvGrpSpPr/>
        <p:nvPr/>
      </p:nvGrpSpPr>
      <p:grpSpPr>
        <a:xfrm>
          <a:off x="0" y="0"/>
          <a:ext cx="0" cy="0"/>
          <a:chOff x="0" y="0"/>
          <a:chExt cx="0" cy="0"/>
        </a:xfrm>
      </p:grpSpPr>
      <p:sp>
        <p:nvSpPr>
          <p:cNvPr id="76" name="Google Shape;76;p15"/>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5"/>
          <p:cNvSpPr/>
          <p:nvPr/>
        </p:nvSpPr>
        <p:spPr>
          <a:xfrm>
            <a:off x="5256475" y="1204950"/>
            <a:ext cx="2733600" cy="2733600"/>
          </a:xfrm>
          <a:prstGeom prst="ellipse">
            <a:avLst/>
          </a:prstGeom>
          <a:solidFill>
            <a:srgbClr val="FFFFFF"/>
          </a:solidFill>
          <a:ln cap="flat" cmpd="sng" w="7620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15"/>
          <p:cNvPicPr preferRelativeResize="0"/>
          <p:nvPr/>
        </p:nvPicPr>
        <p:blipFill rotWithShape="1">
          <a:blip r:embed="rId2">
            <a:alphaModFix/>
          </a:blip>
          <a:srcRect b="0" l="0" r="0" t="0"/>
          <a:stretch/>
        </p:blipFill>
        <p:spPr>
          <a:xfrm>
            <a:off x="5061838" y="1010313"/>
            <a:ext cx="3122875" cy="3122875"/>
          </a:xfrm>
          <a:prstGeom prst="rect">
            <a:avLst/>
          </a:prstGeom>
          <a:noFill/>
          <a:ln>
            <a:noFill/>
          </a:ln>
        </p:spPr>
      </p:pic>
      <p:sp>
        <p:nvSpPr>
          <p:cNvPr id="79" name="Google Shape;79;p15"/>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80" name="Google Shape;80;p15"/>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Título 1">
  <p:cSld name="CUSTOM_36_3_1">
    <p:spTree>
      <p:nvGrpSpPr>
        <p:cNvPr id="81" name="Shape 81"/>
        <p:cNvGrpSpPr/>
        <p:nvPr/>
      </p:nvGrpSpPr>
      <p:grpSpPr>
        <a:xfrm>
          <a:off x="0" y="0"/>
          <a:ext cx="0" cy="0"/>
          <a:chOff x="0" y="0"/>
          <a:chExt cx="0" cy="0"/>
        </a:xfrm>
      </p:grpSpPr>
      <p:sp>
        <p:nvSpPr>
          <p:cNvPr id="82" name="Google Shape;82;p16"/>
          <p:cNvSpPr/>
          <p:nvPr/>
        </p:nvSpPr>
        <p:spPr>
          <a:xfrm>
            <a:off x="0" y="0"/>
            <a:ext cx="9159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a:off x="5256475" y="1204950"/>
            <a:ext cx="2733600" cy="2733600"/>
          </a:xfrm>
          <a:prstGeom prst="ellipse">
            <a:avLst/>
          </a:prstGeom>
          <a:solidFill>
            <a:srgbClr val="FFFFFF"/>
          </a:solidFill>
          <a:ln cap="flat" cmpd="sng" w="762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6"/>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85" name="Google Shape;85;p16"/>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86" name="Google Shape;86;p16"/>
          <p:cNvPicPr preferRelativeResize="0"/>
          <p:nvPr/>
        </p:nvPicPr>
        <p:blipFill>
          <a:blip r:embed="rId3">
            <a:alphaModFix/>
          </a:blip>
          <a:stretch>
            <a:fillRect/>
          </a:stretch>
        </p:blipFill>
        <p:spPr>
          <a:xfrm>
            <a:off x="5864500" y="1204950"/>
            <a:ext cx="1738550" cy="254157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Desarrollo">
  <p:cSld name="CUSTOM_1_4_4_3_1">
    <p:spTree>
      <p:nvGrpSpPr>
        <p:cNvPr id="87" name="Shape 87"/>
        <p:cNvGrpSpPr/>
        <p:nvPr/>
      </p:nvGrpSpPr>
      <p:grpSpPr>
        <a:xfrm>
          <a:off x="0" y="0"/>
          <a:ext cx="0" cy="0"/>
          <a:chOff x="0" y="0"/>
          <a:chExt cx="0" cy="0"/>
        </a:xfrm>
      </p:grpSpPr>
      <p:sp>
        <p:nvSpPr>
          <p:cNvPr id="88" name="Google Shape;88;p17"/>
          <p:cNvSpPr txBox="1"/>
          <p:nvPr>
            <p:ph type="title"/>
          </p:nvPr>
        </p:nvSpPr>
        <p:spPr>
          <a:xfrm>
            <a:off x="277050" y="328825"/>
            <a:ext cx="85656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2"/>
              </a:buClr>
              <a:buSzPts val="2800"/>
              <a:buFont typeface="Roboto"/>
              <a:buNone/>
              <a:defRPr b="1">
                <a:solidFill>
                  <a:schemeClr val="accent2"/>
                </a:solidFill>
                <a:latin typeface="Roboto"/>
                <a:ea typeface="Roboto"/>
                <a:cs typeface="Roboto"/>
                <a:sym typeface="Roboto"/>
              </a:defRPr>
            </a:lvl1pPr>
            <a:lvl2pPr lvl="1" rtl="0" algn="l">
              <a:lnSpc>
                <a:spcPct val="100000"/>
              </a:lnSpc>
              <a:spcBef>
                <a:spcPts val="0"/>
              </a:spcBef>
              <a:spcAft>
                <a:spcPts val="0"/>
              </a:spcAft>
              <a:buClr>
                <a:schemeClr val="accent2"/>
              </a:buClr>
              <a:buSzPts val="2800"/>
              <a:buNone/>
              <a:defRPr>
                <a:solidFill>
                  <a:schemeClr val="accent2"/>
                </a:solidFill>
              </a:defRPr>
            </a:lvl2pPr>
            <a:lvl3pPr lvl="2" rtl="0" algn="l">
              <a:lnSpc>
                <a:spcPct val="100000"/>
              </a:lnSpc>
              <a:spcBef>
                <a:spcPts val="0"/>
              </a:spcBef>
              <a:spcAft>
                <a:spcPts val="0"/>
              </a:spcAft>
              <a:buClr>
                <a:schemeClr val="accent2"/>
              </a:buClr>
              <a:buSzPts val="2800"/>
              <a:buNone/>
              <a:defRPr>
                <a:solidFill>
                  <a:schemeClr val="accent2"/>
                </a:solidFill>
              </a:defRPr>
            </a:lvl3pPr>
            <a:lvl4pPr lvl="3" rtl="0" algn="l">
              <a:lnSpc>
                <a:spcPct val="100000"/>
              </a:lnSpc>
              <a:spcBef>
                <a:spcPts val="0"/>
              </a:spcBef>
              <a:spcAft>
                <a:spcPts val="0"/>
              </a:spcAft>
              <a:buClr>
                <a:schemeClr val="accent2"/>
              </a:buClr>
              <a:buSzPts val="2800"/>
              <a:buNone/>
              <a:defRPr>
                <a:solidFill>
                  <a:schemeClr val="accent2"/>
                </a:solidFill>
              </a:defRPr>
            </a:lvl4pPr>
            <a:lvl5pPr lvl="4" rtl="0" algn="l">
              <a:lnSpc>
                <a:spcPct val="100000"/>
              </a:lnSpc>
              <a:spcBef>
                <a:spcPts val="0"/>
              </a:spcBef>
              <a:spcAft>
                <a:spcPts val="0"/>
              </a:spcAft>
              <a:buClr>
                <a:schemeClr val="accent2"/>
              </a:buClr>
              <a:buSzPts val="2800"/>
              <a:buNone/>
              <a:defRPr>
                <a:solidFill>
                  <a:schemeClr val="accent2"/>
                </a:solidFill>
              </a:defRPr>
            </a:lvl5pPr>
            <a:lvl6pPr lvl="5" rtl="0" algn="l">
              <a:lnSpc>
                <a:spcPct val="100000"/>
              </a:lnSpc>
              <a:spcBef>
                <a:spcPts val="0"/>
              </a:spcBef>
              <a:spcAft>
                <a:spcPts val="0"/>
              </a:spcAft>
              <a:buClr>
                <a:schemeClr val="accent2"/>
              </a:buClr>
              <a:buSzPts val="2800"/>
              <a:buNone/>
              <a:defRPr>
                <a:solidFill>
                  <a:schemeClr val="accent2"/>
                </a:solidFill>
              </a:defRPr>
            </a:lvl6pPr>
            <a:lvl7pPr lvl="6" rtl="0" algn="l">
              <a:lnSpc>
                <a:spcPct val="100000"/>
              </a:lnSpc>
              <a:spcBef>
                <a:spcPts val="0"/>
              </a:spcBef>
              <a:spcAft>
                <a:spcPts val="0"/>
              </a:spcAft>
              <a:buClr>
                <a:schemeClr val="accent2"/>
              </a:buClr>
              <a:buSzPts val="2800"/>
              <a:buNone/>
              <a:defRPr>
                <a:solidFill>
                  <a:schemeClr val="accent2"/>
                </a:solidFill>
              </a:defRPr>
            </a:lvl7pPr>
            <a:lvl8pPr lvl="7" rtl="0" algn="l">
              <a:lnSpc>
                <a:spcPct val="100000"/>
              </a:lnSpc>
              <a:spcBef>
                <a:spcPts val="0"/>
              </a:spcBef>
              <a:spcAft>
                <a:spcPts val="0"/>
              </a:spcAft>
              <a:buClr>
                <a:schemeClr val="accent2"/>
              </a:buClr>
              <a:buSzPts val="2800"/>
              <a:buNone/>
              <a:defRPr>
                <a:solidFill>
                  <a:schemeClr val="accent2"/>
                </a:solidFill>
              </a:defRPr>
            </a:lvl8pPr>
            <a:lvl9pPr lvl="8" rtl="0" algn="l">
              <a:lnSpc>
                <a:spcPct val="100000"/>
              </a:lnSpc>
              <a:spcBef>
                <a:spcPts val="0"/>
              </a:spcBef>
              <a:spcAft>
                <a:spcPts val="0"/>
              </a:spcAft>
              <a:buClr>
                <a:schemeClr val="accent2"/>
              </a:buClr>
              <a:buSzPts val="2800"/>
              <a:buNone/>
              <a:defRPr>
                <a:solidFill>
                  <a:schemeClr val="accent2"/>
                </a:solidFill>
              </a:defRPr>
            </a:lvl9pPr>
          </a:lstStyle>
          <a:p/>
        </p:txBody>
      </p:sp>
      <p:sp>
        <p:nvSpPr>
          <p:cNvPr id="89" name="Google Shape;89;p17"/>
          <p:cNvSpPr txBox="1"/>
          <p:nvPr>
            <p:ph idx="1" type="body"/>
          </p:nvPr>
        </p:nvSpPr>
        <p:spPr>
          <a:xfrm>
            <a:off x="355016" y="1433725"/>
            <a:ext cx="84873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9pPr>
          </a:lstStyle>
          <a:p/>
        </p:txBody>
      </p:sp>
      <p:sp>
        <p:nvSpPr>
          <p:cNvPr id="90" name="Google Shape;90;p17"/>
          <p:cNvSpPr txBox="1"/>
          <p:nvPr>
            <p:ph idx="2" type="title"/>
          </p:nvPr>
        </p:nvSpPr>
        <p:spPr>
          <a:xfrm>
            <a:off x="277050" y="709825"/>
            <a:ext cx="85656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pic>
        <p:nvPicPr>
          <p:cNvPr id="91" name="Google Shape;91;p17"/>
          <p:cNvPicPr preferRelativeResize="0"/>
          <p:nvPr/>
        </p:nvPicPr>
        <p:blipFill>
          <a:blip r:embed="rId2">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Título 2">
  <p:cSld name="CUSTOM_2_3">
    <p:spTree>
      <p:nvGrpSpPr>
        <p:cNvPr id="92" name="Shape 92"/>
        <p:cNvGrpSpPr/>
        <p:nvPr/>
      </p:nvGrpSpPr>
      <p:grpSpPr>
        <a:xfrm>
          <a:off x="0" y="0"/>
          <a:ext cx="0" cy="0"/>
          <a:chOff x="0" y="0"/>
          <a:chExt cx="0" cy="0"/>
        </a:xfrm>
      </p:grpSpPr>
      <p:sp>
        <p:nvSpPr>
          <p:cNvPr id="93" name="Google Shape;93;p18"/>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2"/>
              </a:buClr>
              <a:buSzPts val="4000"/>
              <a:buFont typeface="Roboto"/>
              <a:buNone/>
              <a:defRPr b="1" sz="4000">
                <a:solidFill>
                  <a:schemeClr val="accent2"/>
                </a:solidFill>
                <a:latin typeface="Roboto"/>
                <a:ea typeface="Roboto"/>
                <a:cs typeface="Roboto"/>
                <a:sym typeface="Roboto"/>
              </a:defRPr>
            </a:lvl1pPr>
            <a:lvl2pPr lvl="1"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2pPr>
            <a:lvl3pPr lvl="2"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3pPr>
            <a:lvl4pPr lvl="3"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4pPr>
            <a:lvl5pPr lvl="4"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5pPr>
            <a:lvl6pPr lvl="5"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6pPr>
            <a:lvl7pPr lvl="6"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7pPr>
            <a:lvl8pPr lvl="7"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8pPr>
            <a:lvl9pPr lvl="8"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9pPr>
          </a:lstStyle>
          <a:p/>
        </p:txBody>
      </p:sp>
      <p:pic>
        <p:nvPicPr>
          <p:cNvPr id="94" name="Google Shape;94;p18"/>
          <p:cNvPicPr preferRelativeResize="0"/>
          <p:nvPr/>
        </p:nvPicPr>
        <p:blipFill>
          <a:blip r:embed="rId2">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Próxima sesión">
  <p:cSld name="CUSTOM_3_1_1_1">
    <p:spTree>
      <p:nvGrpSpPr>
        <p:cNvPr id="95" name="Shape 95"/>
        <p:cNvGrpSpPr/>
        <p:nvPr/>
      </p:nvGrpSpPr>
      <p:grpSpPr>
        <a:xfrm>
          <a:off x="0" y="0"/>
          <a:ext cx="0" cy="0"/>
          <a:chOff x="0" y="0"/>
          <a:chExt cx="0" cy="0"/>
        </a:xfrm>
      </p:grpSpPr>
      <p:sp>
        <p:nvSpPr>
          <p:cNvPr id="96" name="Google Shape;96;p19"/>
          <p:cNvSpPr txBox="1"/>
          <p:nvPr>
            <p:ph type="title"/>
          </p:nvPr>
        </p:nvSpPr>
        <p:spPr>
          <a:xfrm>
            <a:off x="1419925" y="2481150"/>
            <a:ext cx="6093600" cy="14280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None/>
              <a:defRPr b="0" i="1" sz="1800">
                <a:solidFill>
                  <a:schemeClr val="dk2"/>
                </a:solidFill>
              </a:defRPr>
            </a:lvl1pPr>
            <a:lvl2pPr lvl="1" rtl="0" algn="l">
              <a:lnSpc>
                <a:spcPct val="100000"/>
              </a:lnSpc>
              <a:spcBef>
                <a:spcPts val="0"/>
              </a:spcBef>
              <a:spcAft>
                <a:spcPts val="0"/>
              </a:spcAft>
              <a:buClr>
                <a:schemeClr val="dk2"/>
              </a:buClr>
              <a:buSzPts val="1800"/>
              <a:buNone/>
              <a:defRPr b="0" i="1" sz="1800">
                <a:solidFill>
                  <a:schemeClr val="dk2"/>
                </a:solidFill>
              </a:defRPr>
            </a:lvl2pPr>
            <a:lvl3pPr lvl="2" rtl="0" algn="l">
              <a:lnSpc>
                <a:spcPct val="100000"/>
              </a:lnSpc>
              <a:spcBef>
                <a:spcPts val="0"/>
              </a:spcBef>
              <a:spcAft>
                <a:spcPts val="0"/>
              </a:spcAft>
              <a:buClr>
                <a:schemeClr val="dk2"/>
              </a:buClr>
              <a:buSzPts val="1800"/>
              <a:buNone/>
              <a:defRPr b="0" i="1" sz="1800">
                <a:solidFill>
                  <a:schemeClr val="dk2"/>
                </a:solidFill>
              </a:defRPr>
            </a:lvl3pPr>
            <a:lvl4pPr lvl="3" rtl="0" algn="l">
              <a:lnSpc>
                <a:spcPct val="100000"/>
              </a:lnSpc>
              <a:spcBef>
                <a:spcPts val="0"/>
              </a:spcBef>
              <a:spcAft>
                <a:spcPts val="0"/>
              </a:spcAft>
              <a:buClr>
                <a:schemeClr val="dk2"/>
              </a:buClr>
              <a:buSzPts val="1800"/>
              <a:buNone/>
              <a:defRPr b="0" i="1" sz="1800">
                <a:solidFill>
                  <a:schemeClr val="dk2"/>
                </a:solidFill>
              </a:defRPr>
            </a:lvl4pPr>
            <a:lvl5pPr lvl="4" rtl="0" algn="l">
              <a:lnSpc>
                <a:spcPct val="100000"/>
              </a:lnSpc>
              <a:spcBef>
                <a:spcPts val="0"/>
              </a:spcBef>
              <a:spcAft>
                <a:spcPts val="0"/>
              </a:spcAft>
              <a:buClr>
                <a:schemeClr val="dk2"/>
              </a:buClr>
              <a:buSzPts val="1800"/>
              <a:buNone/>
              <a:defRPr b="0" i="1" sz="1800">
                <a:solidFill>
                  <a:schemeClr val="dk2"/>
                </a:solidFill>
              </a:defRPr>
            </a:lvl5pPr>
            <a:lvl6pPr lvl="5" rtl="0" algn="l">
              <a:lnSpc>
                <a:spcPct val="100000"/>
              </a:lnSpc>
              <a:spcBef>
                <a:spcPts val="0"/>
              </a:spcBef>
              <a:spcAft>
                <a:spcPts val="0"/>
              </a:spcAft>
              <a:buClr>
                <a:schemeClr val="dk2"/>
              </a:buClr>
              <a:buSzPts val="1800"/>
              <a:buNone/>
              <a:defRPr b="0" i="1" sz="1800">
                <a:solidFill>
                  <a:schemeClr val="dk2"/>
                </a:solidFill>
              </a:defRPr>
            </a:lvl6pPr>
            <a:lvl7pPr lvl="6" rtl="0" algn="l">
              <a:lnSpc>
                <a:spcPct val="100000"/>
              </a:lnSpc>
              <a:spcBef>
                <a:spcPts val="0"/>
              </a:spcBef>
              <a:spcAft>
                <a:spcPts val="0"/>
              </a:spcAft>
              <a:buClr>
                <a:schemeClr val="dk2"/>
              </a:buClr>
              <a:buSzPts val="1800"/>
              <a:buNone/>
              <a:defRPr b="0" i="1" sz="1800">
                <a:solidFill>
                  <a:schemeClr val="dk2"/>
                </a:solidFill>
              </a:defRPr>
            </a:lvl7pPr>
            <a:lvl8pPr lvl="7" rtl="0" algn="l">
              <a:lnSpc>
                <a:spcPct val="100000"/>
              </a:lnSpc>
              <a:spcBef>
                <a:spcPts val="0"/>
              </a:spcBef>
              <a:spcAft>
                <a:spcPts val="0"/>
              </a:spcAft>
              <a:buClr>
                <a:schemeClr val="dk2"/>
              </a:buClr>
              <a:buSzPts val="1800"/>
              <a:buNone/>
              <a:defRPr b="0" i="1" sz="1800">
                <a:solidFill>
                  <a:schemeClr val="dk2"/>
                </a:solidFill>
              </a:defRPr>
            </a:lvl8pPr>
            <a:lvl9pPr lvl="8" rtl="0" algn="l">
              <a:lnSpc>
                <a:spcPct val="100000"/>
              </a:lnSpc>
              <a:spcBef>
                <a:spcPts val="0"/>
              </a:spcBef>
              <a:spcAft>
                <a:spcPts val="0"/>
              </a:spcAft>
              <a:buClr>
                <a:schemeClr val="dk2"/>
              </a:buClr>
              <a:buSzPts val="1800"/>
              <a:buNone/>
              <a:defRPr b="0" i="1" sz="1800">
                <a:solidFill>
                  <a:schemeClr val="dk2"/>
                </a:solidFill>
              </a:defRPr>
            </a:lvl9pPr>
          </a:lstStyle>
          <a:p/>
        </p:txBody>
      </p:sp>
      <p:pic>
        <p:nvPicPr>
          <p:cNvPr id="97" name="Google Shape;97;p19"/>
          <p:cNvPicPr preferRelativeResize="0"/>
          <p:nvPr/>
        </p:nvPicPr>
        <p:blipFill rotWithShape="1">
          <a:blip r:embed="rId2">
            <a:alphaModFix amt="67000"/>
          </a:blip>
          <a:srcRect b="15640" l="29334" r="0" t="0"/>
          <a:stretch/>
        </p:blipFill>
        <p:spPr>
          <a:xfrm rot="5400000">
            <a:off x="6000749" y="2000274"/>
            <a:ext cx="4128650" cy="3377051"/>
          </a:xfrm>
          <a:prstGeom prst="rect">
            <a:avLst/>
          </a:prstGeom>
          <a:noFill/>
          <a:ln>
            <a:noFill/>
          </a:ln>
        </p:spPr>
      </p:pic>
      <p:pic>
        <p:nvPicPr>
          <p:cNvPr id="98" name="Google Shape;98;p19"/>
          <p:cNvPicPr preferRelativeResize="0"/>
          <p:nvPr/>
        </p:nvPicPr>
        <p:blipFill rotWithShape="1">
          <a:blip r:embed="rId2">
            <a:alphaModFix amt="67000"/>
          </a:blip>
          <a:srcRect b="15640" l="29334" r="0" t="0"/>
          <a:stretch/>
        </p:blipFill>
        <p:spPr>
          <a:xfrm rot="-5400000">
            <a:off x="-985400" y="-233800"/>
            <a:ext cx="4128650" cy="3377051"/>
          </a:xfrm>
          <a:prstGeom prst="rect">
            <a:avLst/>
          </a:prstGeom>
          <a:noFill/>
          <a:ln>
            <a:noFill/>
          </a:ln>
        </p:spPr>
      </p:pic>
      <p:sp>
        <p:nvSpPr>
          <p:cNvPr id="99" name="Google Shape;99;p19"/>
          <p:cNvSpPr txBox="1"/>
          <p:nvPr/>
        </p:nvSpPr>
        <p:spPr>
          <a:xfrm>
            <a:off x="1419925" y="1397150"/>
            <a:ext cx="6093600" cy="123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2800">
                <a:solidFill>
                  <a:schemeClr val="accent2"/>
                </a:solidFill>
                <a:latin typeface="Roboto"/>
                <a:ea typeface="Roboto"/>
                <a:cs typeface="Roboto"/>
                <a:sym typeface="Roboto"/>
              </a:rPr>
              <a:t>Próxima sesión…</a:t>
            </a:r>
            <a:endParaRPr b="1" sz="2800">
              <a:solidFill>
                <a:schemeClr val="accent2"/>
              </a:solidFill>
              <a:latin typeface="Roboto"/>
              <a:ea typeface="Roboto"/>
              <a:cs typeface="Roboto"/>
              <a:sym typeface="Roboto"/>
            </a:endParaRPr>
          </a:p>
        </p:txBody>
      </p:sp>
      <p:pic>
        <p:nvPicPr>
          <p:cNvPr id="100" name="Google Shape;100;p19"/>
          <p:cNvPicPr preferRelativeResize="0"/>
          <p:nvPr/>
        </p:nvPicPr>
        <p:blipFill>
          <a:blip r:embed="rId3">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34 5 1">
  <p:cSld name="CUSTOM_36_4_1">
    <p:spTree>
      <p:nvGrpSpPr>
        <p:cNvPr id="101" name="Shape 101"/>
        <p:cNvGrpSpPr/>
        <p:nvPr/>
      </p:nvGrpSpPr>
      <p:grpSpPr>
        <a:xfrm>
          <a:off x="0" y="0"/>
          <a:ext cx="0" cy="0"/>
          <a:chOff x="0" y="0"/>
          <a:chExt cx="0" cy="0"/>
        </a:xfrm>
      </p:grpSpPr>
      <p:sp>
        <p:nvSpPr>
          <p:cNvPr id="102" name="Google Shape;102;p20"/>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a:off x="3212700" y="595050"/>
            <a:ext cx="2733600" cy="2733600"/>
          </a:xfrm>
          <a:prstGeom prst="ellipse">
            <a:avLst/>
          </a:prstGeom>
          <a:solidFill>
            <a:srgbClr val="FFFFFF"/>
          </a:solidFill>
          <a:ln cap="flat" cmpd="sng" w="7620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0"/>
          <p:cNvSpPr txBox="1"/>
          <p:nvPr>
            <p:ph type="title"/>
          </p:nvPr>
        </p:nvSpPr>
        <p:spPr>
          <a:xfrm>
            <a:off x="1185375" y="3328650"/>
            <a:ext cx="6767400" cy="15654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p:txBody>
      </p:sp>
      <p:pic>
        <p:nvPicPr>
          <p:cNvPr id="105" name="Google Shape;105;p20"/>
          <p:cNvPicPr preferRelativeResize="0"/>
          <p:nvPr/>
        </p:nvPicPr>
        <p:blipFill>
          <a:blip r:embed="rId2">
            <a:alphaModFix/>
          </a:blip>
          <a:stretch>
            <a:fillRect/>
          </a:stretch>
        </p:blipFill>
        <p:spPr>
          <a:xfrm>
            <a:off x="3406450" y="799225"/>
            <a:ext cx="2325251" cy="2325251"/>
          </a:xfrm>
          <a:prstGeom prst="rect">
            <a:avLst/>
          </a:prstGeom>
          <a:noFill/>
          <a:ln>
            <a:noFill/>
          </a:ln>
        </p:spPr>
      </p:pic>
      <p:pic>
        <p:nvPicPr>
          <p:cNvPr id="106" name="Google Shape;106;p20"/>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versatorio">
  <p:cSld name="CUSTOM_36_1_1_1">
    <p:spTree>
      <p:nvGrpSpPr>
        <p:cNvPr id="107" name="Shape 107"/>
        <p:cNvGrpSpPr/>
        <p:nvPr/>
      </p:nvGrpSpPr>
      <p:grpSpPr>
        <a:xfrm>
          <a:off x="0" y="0"/>
          <a:ext cx="0" cy="0"/>
          <a:chOff x="0" y="0"/>
          <a:chExt cx="0" cy="0"/>
        </a:xfrm>
      </p:grpSpPr>
      <p:sp>
        <p:nvSpPr>
          <p:cNvPr id="108" name="Google Shape;108;p21"/>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a:off x="5256475" y="1204950"/>
            <a:ext cx="2733600" cy="2733600"/>
          </a:xfrm>
          <a:prstGeom prst="ellipse">
            <a:avLst/>
          </a:prstGeom>
          <a:solidFill>
            <a:srgbClr val="FFFFFF"/>
          </a:solidFill>
          <a:ln cap="flat" cmpd="sng" w="7620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txBox="1"/>
          <p:nvPr>
            <p:ph type="title"/>
          </p:nvPr>
        </p:nvSpPr>
        <p:spPr>
          <a:xfrm>
            <a:off x="275000" y="533400"/>
            <a:ext cx="4227300" cy="39903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111" name="Google Shape;111;p21"/>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112" name="Google Shape;112;p21"/>
          <p:cNvPicPr preferRelativeResize="0"/>
          <p:nvPr/>
        </p:nvPicPr>
        <p:blipFill>
          <a:blip r:embed="rId3">
            <a:alphaModFix/>
          </a:blip>
          <a:stretch>
            <a:fillRect/>
          </a:stretch>
        </p:blipFill>
        <p:spPr>
          <a:xfrm>
            <a:off x="4422086" y="1152903"/>
            <a:ext cx="4554772" cy="314249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slide">
  <p:cSld name="CUSTOM">
    <p:spTree>
      <p:nvGrpSpPr>
        <p:cNvPr id="113" name="Shape 113"/>
        <p:cNvGrpSpPr/>
        <p:nvPr/>
      </p:nvGrpSpPr>
      <p:grpSpPr>
        <a:xfrm>
          <a:off x="0" y="0"/>
          <a:ext cx="0" cy="0"/>
          <a:chOff x="0" y="0"/>
          <a:chExt cx="0" cy="0"/>
        </a:xfrm>
      </p:grpSpPr>
      <p:pic>
        <p:nvPicPr>
          <p:cNvPr id="114" name="Google Shape;114;p22"/>
          <p:cNvPicPr preferRelativeResize="0"/>
          <p:nvPr/>
        </p:nvPicPr>
        <p:blipFill rotWithShape="1">
          <a:blip r:embed="rId2">
            <a:alphaModFix/>
          </a:blip>
          <a:srcRect b="0" l="54072" r="0" t="0"/>
          <a:stretch/>
        </p:blipFill>
        <p:spPr>
          <a:xfrm>
            <a:off x="4752525" y="1805350"/>
            <a:ext cx="2036300" cy="789375"/>
          </a:xfrm>
          <a:prstGeom prst="rect">
            <a:avLst/>
          </a:prstGeom>
          <a:noFill/>
          <a:ln>
            <a:noFill/>
          </a:ln>
        </p:spPr>
      </p:pic>
      <p:sp>
        <p:nvSpPr>
          <p:cNvPr id="115" name="Google Shape;115;p22"/>
          <p:cNvSpPr/>
          <p:nvPr/>
        </p:nvSpPr>
        <p:spPr>
          <a:xfrm>
            <a:off x="-8700" y="4056550"/>
            <a:ext cx="9152700" cy="10869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2"/>
          <p:cNvSpPr/>
          <p:nvPr/>
        </p:nvSpPr>
        <p:spPr>
          <a:xfrm>
            <a:off x="-8700" y="4052450"/>
            <a:ext cx="9152700" cy="47400"/>
          </a:xfrm>
          <a:prstGeom prst="rect">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 name="Google Shape;117;p22">
            <a:hlinkClick r:id="rId3"/>
          </p:cNvPr>
          <p:cNvPicPr preferRelativeResize="0"/>
          <p:nvPr/>
        </p:nvPicPr>
        <p:blipFill>
          <a:blip r:embed="rId4">
            <a:alphaModFix/>
          </a:blip>
          <a:stretch>
            <a:fillRect/>
          </a:stretch>
        </p:blipFill>
        <p:spPr>
          <a:xfrm>
            <a:off x="5924509" y="4327950"/>
            <a:ext cx="448876" cy="448876"/>
          </a:xfrm>
          <a:prstGeom prst="rect">
            <a:avLst/>
          </a:prstGeom>
          <a:noFill/>
          <a:ln>
            <a:noFill/>
          </a:ln>
        </p:spPr>
      </p:pic>
      <p:pic>
        <p:nvPicPr>
          <p:cNvPr id="118" name="Google Shape;118;p22">
            <a:hlinkClick r:id="rId5"/>
          </p:cNvPr>
          <p:cNvPicPr preferRelativeResize="0"/>
          <p:nvPr/>
        </p:nvPicPr>
        <p:blipFill>
          <a:blip r:embed="rId6">
            <a:alphaModFix/>
          </a:blip>
          <a:stretch>
            <a:fillRect/>
          </a:stretch>
        </p:blipFill>
        <p:spPr>
          <a:xfrm>
            <a:off x="2770615" y="4327913"/>
            <a:ext cx="448876" cy="448908"/>
          </a:xfrm>
          <a:prstGeom prst="rect">
            <a:avLst/>
          </a:prstGeom>
          <a:noFill/>
          <a:ln>
            <a:noFill/>
          </a:ln>
        </p:spPr>
      </p:pic>
      <p:pic>
        <p:nvPicPr>
          <p:cNvPr id="119" name="Google Shape;119;p22">
            <a:hlinkClick r:id="rId7"/>
          </p:cNvPr>
          <p:cNvPicPr preferRelativeResize="0"/>
          <p:nvPr/>
        </p:nvPicPr>
        <p:blipFill>
          <a:blip r:embed="rId8">
            <a:alphaModFix/>
          </a:blip>
          <a:stretch>
            <a:fillRect/>
          </a:stretch>
        </p:blipFill>
        <p:spPr>
          <a:xfrm>
            <a:off x="3401403" y="4327922"/>
            <a:ext cx="448876" cy="448876"/>
          </a:xfrm>
          <a:prstGeom prst="rect">
            <a:avLst/>
          </a:prstGeom>
          <a:noFill/>
          <a:ln>
            <a:noFill/>
          </a:ln>
        </p:spPr>
      </p:pic>
      <p:pic>
        <p:nvPicPr>
          <p:cNvPr id="120" name="Google Shape;120;p22">
            <a:hlinkClick r:id="rId9"/>
          </p:cNvPr>
          <p:cNvPicPr preferRelativeResize="0"/>
          <p:nvPr/>
        </p:nvPicPr>
        <p:blipFill>
          <a:blip r:embed="rId10">
            <a:alphaModFix/>
          </a:blip>
          <a:stretch>
            <a:fillRect/>
          </a:stretch>
        </p:blipFill>
        <p:spPr>
          <a:xfrm>
            <a:off x="5293725" y="4327938"/>
            <a:ext cx="448876" cy="448876"/>
          </a:xfrm>
          <a:prstGeom prst="rect">
            <a:avLst/>
          </a:prstGeom>
          <a:noFill/>
          <a:ln>
            <a:noFill/>
          </a:ln>
        </p:spPr>
      </p:pic>
      <p:pic>
        <p:nvPicPr>
          <p:cNvPr id="121" name="Google Shape;121;p22">
            <a:hlinkClick r:id="rId11"/>
          </p:cNvPr>
          <p:cNvPicPr preferRelativeResize="0"/>
          <p:nvPr/>
        </p:nvPicPr>
        <p:blipFill>
          <a:blip r:embed="rId12">
            <a:alphaModFix/>
          </a:blip>
          <a:stretch>
            <a:fillRect/>
          </a:stretch>
        </p:blipFill>
        <p:spPr>
          <a:xfrm>
            <a:off x="4662953" y="4327928"/>
            <a:ext cx="448876" cy="448876"/>
          </a:xfrm>
          <a:prstGeom prst="rect">
            <a:avLst/>
          </a:prstGeom>
          <a:noFill/>
          <a:ln>
            <a:noFill/>
          </a:ln>
        </p:spPr>
      </p:pic>
      <p:pic>
        <p:nvPicPr>
          <p:cNvPr id="122" name="Google Shape;122;p22"/>
          <p:cNvPicPr preferRelativeResize="0"/>
          <p:nvPr/>
        </p:nvPicPr>
        <p:blipFill>
          <a:blip r:embed="rId13">
            <a:alphaModFix/>
          </a:blip>
          <a:stretch>
            <a:fillRect/>
          </a:stretch>
        </p:blipFill>
        <p:spPr>
          <a:xfrm>
            <a:off x="1799743" y="1397712"/>
            <a:ext cx="2996701" cy="1604659"/>
          </a:xfrm>
          <a:prstGeom prst="rect">
            <a:avLst/>
          </a:prstGeom>
          <a:noFill/>
          <a:ln>
            <a:noFill/>
          </a:ln>
        </p:spPr>
      </p:pic>
      <p:pic>
        <p:nvPicPr>
          <p:cNvPr id="123" name="Google Shape;123;p22">
            <a:hlinkClick r:id="rId14"/>
          </p:cNvPr>
          <p:cNvPicPr preferRelativeResize="0"/>
          <p:nvPr/>
        </p:nvPicPr>
        <p:blipFill>
          <a:blip r:embed="rId15">
            <a:alphaModFix/>
          </a:blip>
          <a:stretch>
            <a:fillRect/>
          </a:stretch>
        </p:blipFill>
        <p:spPr>
          <a:xfrm>
            <a:off x="4032175" y="4327937"/>
            <a:ext cx="448876" cy="44887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docs.python.org/es/3/tutorial/datastructures.html" TargetMode="Externa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1420050" y="1455600"/>
            <a:ext cx="6303900" cy="1541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Introducción a Python</a:t>
            </a:r>
            <a:endParaRPr/>
          </a:p>
        </p:txBody>
      </p:sp>
      <p:sp>
        <p:nvSpPr>
          <p:cNvPr id="129" name="Google Shape;129;p23"/>
          <p:cNvSpPr txBox="1"/>
          <p:nvPr>
            <p:ph idx="2" type="title"/>
          </p:nvPr>
        </p:nvSpPr>
        <p:spPr>
          <a:xfrm>
            <a:off x="1420050" y="2903400"/>
            <a:ext cx="6303900" cy="78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Estructuras básicas de datos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idx="1" type="body"/>
          </p:nvPr>
        </p:nvSpPr>
        <p:spPr>
          <a:xfrm>
            <a:off x="3536400" y="588197"/>
            <a:ext cx="3842700" cy="4070400"/>
          </a:xfrm>
          <a:prstGeom prst="rect">
            <a:avLst/>
          </a:prstGeom>
        </p:spPr>
        <p:txBody>
          <a:bodyPr anchorCtr="0" anchor="ctr" bIns="91425" lIns="91425" spcFirstLastPara="1" rIns="91425" wrap="square" tIns="91425">
            <a:normAutofit/>
          </a:bodyPr>
          <a:lstStyle/>
          <a:p>
            <a:pPr indent="-330200" lvl="0" marL="457200" rtl="0" algn="l">
              <a:spcBef>
                <a:spcPts val="0"/>
              </a:spcBef>
              <a:spcAft>
                <a:spcPts val="0"/>
              </a:spcAft>
              <a:buSzPts val="1600"/>
              <a:buChar char="●"/>
            </a:pPr>
            <a:r>
              <a:rPr lang="es-419"/>
              <a:t>Unidad 1: </a:t>
            </a:r>
            <a:endParaRPr/>
          </a:p>
          <a:p>
            <a:pPr indent="0" lvl="0" marL="457200" rtl="0" algn="l">
              <a:spcBef>
                <a:spcPts val="0"/>
              </a:spcBef>
              <a:spcAft>
                <a:spcPts val="0"/>
              </a:spcAft>
              <a:buNone/>
            </a:pPr>
            <a:r>
              <a:rPr lang="es-419"/>
              <a:t>Introducción a Python</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s-419"/>
              <a:t>Unidad 2: </a:t>
            </a:r>
            <a:endParaRPr/>
          </a:p>
          <a:p>
            <a:pPr indent="0" lvl="0" marL="457200" rtl="0" algn="l">
              <a:spcBef>
                <a:spcPts val="0"/>
              </a:spcBef>
              <a:spcAft>
                <a:spcPts val="0"/>
              </a:spcAft>
              <a:buNone/>
            </a:pPr>
            <a:r>
              <a:rPr lang="es-419"/>
              <a:t>Sentencias condicionales e iterativas</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s-419"/>
              <a:t>Unidad 3: </a:t>
            </a:r>
            <a:endParaRPr/>
          </a:p>
          <a:p>
            <a:pPr indent="0" lvl="0" marL="457200" rtl="0" algn="l">
              <a:spcBef>
                <a:spcPts val="0"/>
              </a:spcBef>
              <a:spcAft>
                <a:spcPts val="0"/>
              </a:spcAft>
              <a:buNone/>
            </a:pPr>
            <a:r>
              <a:rPr lang="es-419"/>
              <a:t>Estructuras de datos y funciones</a:t>
            </a:r>
            <a:endParaRPr/>
          </a:p>
          <a:p>
            <a:pPr indent="0" lvl="0" marL="0" rtl="0" algn="l">
              <a:spcBef>
                <a:spcPts val="0"/>
              </a:spcBef>
              <a:spcAft>
                <a:spcPts val="0"/>
              </a:spcAft>
              <a:buClr>
                <a:schemeClr val="dk1"/>
              </a:buClr>
              <a:buSzPts val="1100"/>
              <a:buFont typeface="Arial"/>
              <a:buNone/>
            </a:pPr>
            <a:r>
              <a:t/>
            </a:r>
            <a:endParaRPr/>
          </a:p>
        </p:txBody>
      </p:sp>
      <p:sp>
        <p:nvSpPr>
          <p:cNvPr id="135" name="Google Shape;135;p24"/>
          <p:cNvSpPr txBox="1"/>
          <p:nvPr/>
        </p:nvSpPr>
        <p:spPr>
          <a:xfrm>
            <a:off x="7962050" y="1445060"/>
            <a:ext cx="1145100" cy="323100"/>
          </a:xfrm>
          <a:prstGeom prst="rect">
            <a:avLst/>
          </a:prstGeom>
          <a:solidFill>
            <a:srgbClr val="009EE3"/>
          </a:solidFill>
          <a:ln cap="flat" cmpd="sng" w="28575">
            <a:solidFill>
              <a:srgbClr val="009EE3"/>
            </a:solidFill>
            <a:prstDash val="dot"/>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1" lang="es-419" sz="900" u="none" cap="none" strike="noStrike">
                <a:solidFill>
                  <a:srgbClr val="FFFFFF"/>
                </a:solidFill>
                <a:latin typeface="Roboto"/>
                <a:ea typeface="Roboto"/>
                <a:cs typeface="Roboto"/>
                <a:sym typeface="Roboto"/>
              </a:rPr>
              <a:t>Te encuentras aquí</a:t>
            </a:r>
            <a:endParaRPr b="1" i="1" sz="900" u="none" cap="none" strike="noStrike">
              <a:solidFill>
                <a:srgbClr val="FFFFFF"/>
              </a:solidFill>
              <a:latin typeface="Roboto"/>
              <a:ea typeface="Roboto"/>
              <a:cs typeface="Roboto"/>
              <a:sym typeface="Roboto"/>
            </a:endParaRPr>
          </a:p>
        </p:txBody>
      </p:sp>
      <p:pic>
        <p:nvPicPr>
          <p:cNvPr id="136" name="Google Shape;136;p24"/>
          <p:cNvPicPr preferRelativeResize="0"/>
          <p:nvPr/>
        </p:nvPicPr>
        <p:blipFill rotWithShape="1">
          <a:blip r:embed="rId3">
            <a:alphaModFix/>
          </a:blip>
          <a:srcRect b="0" l="0" r="0" t="0"/>
          <a:stretch/>
        </p:blipFill>
        <p:spPr>
          <a:xfrm>
            <a:off x="7379100" y="1315135"/>
            <a:ext cx="582950" cy="582950"/>
          </a:xfrm>
          <a:prstGeom prst="rect">
            <a:avLst/>
          </a:prstGeom>
          <a:noFill/>
          <a:ln>
            <a:noFill/>
          </a:ln>
        </p:spPr>
      </p:pic>
      <p:sp>
        <p:nvSpPr>
          <p:cNvPr id="137" name="Google Shape;137;p24"/>
          <p:cNvSpPr txBox="1"/>
          <p:nvPr>
            <p:ph type="title"/>
          </p:nvPr>
        </p:nvSpPr>
        <p:spPr>
          <a:xfrm>
            <a:off x="162500" y="420475"/>
            <a:ext cx="3399900" cy="438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Distinguir los tipos de datos y sentencias básicas </a:t>
            </a:r>
            <a:endParaRPr/>
          </a:p>
          <a:p>
            <a:pPr indent="0" lvl="0" marL="0" rtl="0" algn="ctr">
              <a:spcBef>
                <a:spcPts val="0"/>
              </a:spcBef>
              <a:spcAft>
                <a:spcPts val="0"/>
              </a:spcAft>
              <a:buNone/>
            </a:pPr>
            <a:r>
              <a:rPr lang="es-419"/>
              <a:t>del lenguaje para la construcción de programas.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1419925" y="2481150"/>
            <a:ext cx="6093600" cy="142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Crea y utiliza aspectos básicos de estructuras de datos en Python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762350" y="1204950"/>
            <a:ext cx="42213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¿Qué tipos de datos se utilizan en Python?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Listas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Introducción a listas</a:t>
            </a:r>
            <a:endParaRPr/>
          </a:p>
        </p:txBody>
      </p:sp>
      <p:sp>
        <p:nvSpPr>
          <p:cNvPr id="158" name="Google Shape;158;p28"/>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Son contenedores que permiten almacenar múltiples datos.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Los elementos de la lista se pueden modificar, ya sea cambiando los valores de éstos, agregando o eliminando elementos. Por eso es que se dice que las listas son </a:t>
            </a:r>
            <a:r>
              <a:rPr b="1" lang="es-419">
                <a:solidFill>
                  <a:schemeClr val="accent4"/>
                </a:solidFill>
              </a:rPr>
              <a:t>mutables</a:t>
            </a:r>
            <a:r>
              <a:rPr lang="es-419"/>
              <a:t>.</a:t>
            </a:r>
            <a:endParaRPr/>
          </a:p>
        </p:txBody>
      </p:sp>
      <p:sp>
        <p:nvSpPr>
          <p:cNvPr id="159" name="Google Shape;159;p28"/>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160" name="Google Shape;160;p28"/>
          <p:cNvGraphicFramePr/>
          <p:nvPr/>
        </p:nvGraphicFramePr>
        <p:xfrm>
          <a:off x="355000" y="1895150"/>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lang="es-419" sz="1000">
                          <a:solidFill>
                            <a:srgbClr val="888888"/>
                          </a:solidFill>
                          <a:latin typeface="Roboto Mono"/>
                          <a:ea typeface="Roboto Mono"/>
                          <a:cs typeface="Roboto Mono"/>
                          <a:sym typeface="Roboto Mono"/>
                        </a:rPr>
                        <a:t># Estos elementos pueden ser de un mismo tipo de datos, por ejemplo solo strings:</a:t>
                      </a:r>
                      <a:br>
                        <a:rPr lang="es-419" sz="1000">
                          <a:solidFill>
                            <a:srgbClr val="444444"/>
                          </a:solidFill>
                          <a:latin typeface="Roboto Mono"/>
                          <a:ea typeface="Roboto Mono"/>
                          <a:cs typeface="Roboto Mono"/>
                          <a:sym typeface="Roboto Mono"/>
                        </a:rPr>
                      </a:br>
                      <a:r>
                        <a:rPr lang="es-419" sz="1000">
                          <a:solidFill>
                            <a:srgbClr val="444444"/>
                          </a:solidFill>
                          <a:latin typeface="Roboto Mono"/>
                          <a:ea typeface="Roboto Mono"/>
                          <a:cs typeface="Roboto Mono"/>
                          <a:sym typeface="Roboto Mono"/>
                        </a:rPr>
                        <a:t>​animales = [</a:t>
                      </a:r>
                      <a:r>
                        <a:rPr lang="es-419" sz="1000">
                          <a:solidFill>
                            <a:srgbClr val="880000"/>
                          </a:solidFill>
                          <a:latin typeface="Roboto Mono"/>
                          <a:ea typeface="Roboto Mono"/>
                          <a:cs typeface="Roboto Mono"/>
                          <a:sym typeface="Roboto Mono"/>
                        </a:rPr>
                        <a:t>'gato'</a:t>
                      </a:r>
                      <a:r>
                        <a:rPr lang="es-419" sz="1000">
                          <a:solidFill>
                            <a:srgbClr val="444444"/>
                          </a:solidFill>
                          <a:latin typeface="Roboto Mono"/>
                          <a:ea typeface="Roboto Mono"/>
                          <a:cs typeface="Roboto Mono"/>
                          <a:sym typeface="Roboto Mono"/>
                        </a:rPr>
                        <a:t>,</a:t>
                      </a:r>
                      <a:r>
                        <a:rPr lang="es-419" sz="1000">
                          <a:solidFill>
                            <a:srgbClr val="880000"/>
                          </a:solidFill>
                          <a:latin typeface="Roboto Mono"/>
                          <a:ea typeface="Roboto Mono"/>
                          <a:cs typeface="Roboto Mono"/>
                          <a:sym typeface="Roboto Mono"/>
                        </a:rPr>
                        <a:t>'perro'</a:t>
                      </a:r>
                      <a:r>
                        <a:rPr lang="es-419" sz="1000">
                          <a:solidFill>
                            <a:srgbClr val="444444"/>
                          </a:solidFill>
                          <a:latin typeface="Roboto Mono"/>
                          <a:ea typeface="Roboto Mono"/>
                          <a:cs typeface="Roboto Mono"/>
                          <a:sym typeface="Roboto Mono"/>
                        </a:rPr>
                        <a:t>,</a:t>
                      </a:r>
                      <a:r>
                        <a:rPr lang="es-419" sz="1000">
                          <a:solidFill>
                            <a:srgbClr val="880000"/>
                          </a:solidFill>
                          <a:latin typeface="Roboto Mono"/>
                          <a:ea typeface="Roboto Mono"/>
                          <a:cs typeface="Roboto Mono"/>
                          <a:sym typeface="Roboto Mono"/>
                        </a:rPr>
                        <a:t>'raton'</a:t>
                      </a:r>
                      <a:r>
                        <a:rPr lang="es-419" sz="1000">
                          <a:solidFill>
                            <a:srgbClr val="444444"/>
                          </a:solidFill>
                          <a:latin typeface="Roboto Mono"/>
                          <a:ea typeface="Roboto Mono"/>
                          <a:cs typeface="Roboto Mono"/>
                          <a:sym typeface="Roboto Mono"/>
                        </a:rPr>
                        <a:t>]</a:t>
                      </a:r>
                      <a:br>
                        <a:rPr lang="es-419" sz="1000">
                          <a:solidFill>
                            <a:srgbClr val="444444"/>
                          </a:solidFill>
                          <a:latin typeface="Roboto Mono"/>
                          <a:ea typeface="Roboto Mono"/>
                          <a:cs typeface="Roboto Mono"/>
                          <a:sym typeface="Roboto Mono"/>
                        </a:rPr>
                      </a:br>
                      <a:r>
                        <a:rPr lang="es-419" sz="1000">
                          <a:solidFill>
                            <a:srgbClr val="444444"/>
                          </a:solidFill>
                          <a:latin typeface="Roboto Mono"/>
                          <a:ea typeface="Roboto Mono"/>
                          <a:cs typeface="Roboto Mono"/>
                          <a:sym typeface="Roboto Mono"/>
                        </a:rPr>
                        <a:t>​</a:t>
                      </a:r>
                      <a:br>
                        <a:rPr lang="es-419" sz="1000">
                          <a:solidFill>
                            <a:srgbClr val="444444"/>
                          </a:solidFill>
                          <a:latin typeface="Roboto Mono"/>
                          <a:ea typeface="Roboto Mono"/>
                          <a:cs typeface="Roboto Mono"/>
                          <a:sym typeface="Roboto Mono"/>
                        </a:rPr>
                      </a:br>
                      <a:r>
                        <a:rPr lang="es-419" sz="1000">
                          <a:solidFill>
                            <a:srgbClr val="888888"/>
                          </a:solidFill>
                          <a:latin typeface="Roboto Mono"/>
                          <a:ea typeface="Roboto Mono"/>
                          <a:cs typeface="Roboto Mono"/>
                          <a:sym typeface="Roboto Mono"/>
                        </a:rPr>
                        <a:t># O pueden ser de distintos tipos de dato.</a:t>
                      </a:r>
                      <a:br>
                        <a:rPr lang="es-419" sz="1000">
                          <a:solidFill>
                            <a:srgbClr val="444444"/>
                          </a:solidFill>
                          <a:latin typeface="Roboto Mono"/>
                          <a:ea typeface="Roboto Mono"/>
                          <a:cs typeface="Roboto Mono"/>
                          <a:sym typeface="Roboto Mono"/>
                        </a:rPr>
                      </a:br>
                      <a:r>
                        <a:rPr lang="es-419" sz="1000">
                          <a:solidFill>
                            <a:srgbClr val="444444"/>
                          </a:solidFill>
                          <a:latin typeface="Roboto Mono"/>
                          <a:ea typeface="Roboto Mono"/>
                          <a:cs typeface="Roboto Mono"/>
                          <a:sym typeface="Roboto Mono"/>
                        </a:rPr>
                        <a:t>​lista_heterogenea = [</a:t>
                      </a:r>
                      <a:r>
                        <a:rPr lang="es-419" sz="1000">
                          <a:solidFill>
                            <a:srgbClr val="880000"/>
                          </a:solidFill>
                          <a:latin typeface="Roboto Mono"/>
                          <a:ea typeface="Roboto Mono"/>
                          <a:cs typeface="Roboto Mono"/>
                          <a:sym typeface="Roboto Mono"/>
                        </a:rPr>
                        <a:t>1</a:t>
                      </a:r>
                      <a:r>
                        <a:rPr lang="es-419" sz="1000">
                          <a:solidFill>
                            <a:srgbClr val="444444"/>
                          </a:solidFill>
                          <a:latin typeface="Roboto Mono"/>
                          <a:ea typeface="Roboto Mono"/>
                          <a:cs typeface="Roboto Mono"/>
                          <a:sym typeface="Roboto Mono"/>
                        </a:rPr>
                        <a:t>, </a:t>
                      </a:r>
                      <a:r>
                        <a:rPr lang="es-419" sz="1000">
                          <a:solidFill>
                            <a:srgbClr val="880000"/>
                          </a:solidFill>
                          <a:latin typeface="Roboto Mono"/>
                          <a:ea typeface="Roboto Mono"/>
                          <a:cs typeface="Roboto Mono"/>
                          <a:sym typeface="Roboto Mono"/>
                        </a:rPr>
                        <a:t>"gato"</a:t>
                      </a:r>
                      <a:r>
                        <a:rPr lang="es-419" sz="1000">
                          <a:solidFill>
                            <a:srgbClr val="444444"/>
                          </a:solidFill>
                          <a:latin typeface="Roboto Mono"/>
                          <a:ea typeface="Roboto Mono"/>
                          <a:cs typeface="Roboto Mono"/>
                          <a:sym typeface="Roboto Mono"/>
                        </a:rPr>
                        <a:t>, </a:t>
                      </a:r>
                      <a:r>
                        <a:rPr lang="es-419" sz="1000">
                          <a:solidFill>
                            <a:srgbClr val="880000"/>
                          </a:solidFill>
                          <a:latin typeface="Roboto Mono"/>
                          <a:ea typeface="Roboto Mono"/>
                          <a:cs typeface="Roboto Mono"/>
                          <a:sym typeface="Roboto Mono"/>
                        </a:rPr>
                        <a:t>3.0</a:t>
                      </a:r>
                      <a:r>
                        <a:rPr lang="es-419" sz="1000">
                          <a:solidFill>
                            <a:srgbClr val="444444"/>
                          </a:solidFill>
                          <a:latin typeface="Roboto Mono"/>
                          <a:ea typeface="Roboto Mono"/>
                          <a:cs typeface="Roboto Mono"/>
                          <a:sym typeface="Roboto Mono"/>
                        </a:rPr>
                        <a:t>, </a:t>
                      </a:r>
                      <a:r>
                        <a:rPr b="1" lang="es-419" sz="1000">
                          <a:solidFill>
                            <a:srgbClr val="444444"/>
                          </a:solidFill>
                          <a:latin typeface="Roboto Mono"/>
                          <a:ea typeface="Roboto Mono"/>
                          <a:cs typeface="Roboto Mono"/>
                          <a:sym typeface="Roboto Mono"/>
                        </a:rPr>
                        <a:t>False</a:t>
                      </a:r>
                      <a:r>
                        <a:rPr lang="es-419" sz="1000">
                          <a:solidFill>
                            <a:srgbClr val="444444"/>
                          </a:solidFill>
                          <a:latin typeface="Roboto Mono"/>
                          <a:ea typeface="Roboto Mono"/>
                          <a:cs typeface="Roboto Mono"/>
                          <a:sym typeface="Roboto Mono"/>
                        </a:rPr>
                        <a:t>]</a:t>
                      </a:r>
                      <a:endParaRPr sz="1000">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Definir una lista</a:t>
            </a:r>
            <a:endParaRPr/>
          </a:p>
        </p:txBody>
      </p:sp>
      <p:sp>
        <p:nvSpPr>
          <p:cNvPr id="166" name="Google Shape;166;p29"/>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Para crear una lista utilizaremos la siguiente sintaxis: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s-419"/>
              <a:t>Elementos de la lista</a:t>
            </a:r>
            <a:endParaRPr b="1"/>
          </a:p>
          <a:p>
            <a:pPr indent="0" lvl="0" marL="0" rtl="0" algn="l">
              <a:spcBef>
                <a:spcPts val="0"/>
              </a:spcBef>
              <a:spcAft>
                <a:spcPts val="0"/>
              </a:spcAft>
              <a:buNone/>
            </a:pPr>
            <a:r>
              <a:rPr lang="es-419"/>
              <a:t>Son todo lo que esté dentro de los corchetes [], separados por coma.</a:t>
            </a:r>
            <a:endParaRPr/>
          </a:p>
        </p:txBody>
      </p:sp>
      <p:sp>
        <p:nvSpPr>
          <p:cNvPr id="167" name="Google Shape;167;p29"/>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168" name="Google Shape;168;p29"/>
          <p:cNvGraphicFramePr/>
          <p:nvPr/>
        </p:nvGraphicFramePr>
        <p:xfrm>
          <a:off x="355000" y="1895150"/>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100">
                          <a:solidFill>
                            <a:srgbClr val="444444"/>
                          </a:solidFill>
                          <a:highlight>
                            <a:srgbClr val="F0F0F0"/>
                          </a:highlight>
                          <a:latin typeface="Roboto Mono"/>
                          <a:ea typeface="Roboto Mono"/>
                          <a:cs typeface="Roboto Mono"/>
                          <a:sym typeface="Roboto Mono"/>
                        </a:rPr>
                        <a:t>a = [</a:t>
                      </a:r>
                      <a:r>
                        <a:rPr lang="es-419" sz="1100">
                          <a:solidFill>
                            <a:srgbClr val="880000"/>
                          </a:solidFill>
                          <a:highlight>
                            <a:srgbClr val="F0F0F0"/>
                          </a:highlight>
                          <a:latin typeface="Roboto Mono"/>
                          <a:ea typeface="Roboto Mono"/>
                          <a:cs typeface="Roboto Mono"/>
                          <a:sym typeface="Roboto Mono"/>
                        </a:rPr>
                        <a:t>1</a:t>
                      </a:r>
                      <a:r>
                        <a:rPr lang="es-419" sz="1100">
                          <a:solidFill>
                            <a:srgbClr val="444444"/>
                          </a:solidFill>
                          <a:highlight>
                            <a:srgbClr val="F0F0F0"/>
                          </a:highlight>
                          <a:latin typeface="Roboto Mono"/>
                          <a:ea typeface="Roboto Mono"/>
                          <a:cs typeface="Roboto Mono"/>
                          <a:sym typeface="Roboto Mono"/>
                        </a:rPr>
                        <a:t>, </a:t>
                      </a:r>
                      <a:r>
                        <a:rPr lang="es-419" sz="1100">
                          <a:solidFill>
                            <a:srgbClr val="880000"/>
                          </a:solidFill>
                          <a:highlight>
                            <a:srgbClr val="F0F0F0"/>
                          </a:highlight>
                          <a:latin typeface="Roboto Mono"/>
                          <a:ea typeface="Roboto Mono"/>
                          <a:cs typeface="Roboto Mono"/>
                          <a:sym typeface="Roboto Mono"/>
                        </a:rPr>
                        <a:t>2</a:t>
                      </a:r>
                      <a:r>
                        <a:rPr lang="es-419" sz="1100">
                          <a:solidFill>
                            <a:srgbClr val="444444"/>
                          </a:solidFill>
                          <a:highlight>
                            <a:srgbClr val="F0F0F0"/>
                          </a:highlight>
                          <a:latin typeface="Roboto Mono"/>
                          <a:ea typeface="Roboto Mono"/>
                          <a:cs typeface="Roboto Mono"/>
                          <a:sym typeface="Roboto Mono"/>
                        </a:rPr>
                        <a:t>, </a:t>
                      </a:r>
                      <a:r>
                        <a:rPr lang="es-419" sz="1100">
                          <a:solidFill>
                            <a:srgbClr val="880000"/>
                          </a:solidFill>
                          <a:highlight>
                            <a:srgbClr val="F0F0F0"/>
                          </a:highlight>
                          <a:latin typeface="Roboto Mono"/>
                          <a:ea typeface="Roboto Mono"/>
                          <a:cs typeface="Roboto Mono"/>
                          <a:sym typeface="Roboto Mono"/>
                        </a:rPr>
                        <a:t>3</a:t>
                      </a:r>
                      <a:r>
                        <a:rPr lang="es-419" sz="1100">
                          <a:solidFill>
                            <a:srgbClr val="444444"/>
                          </a:solidFill>
                          <a:highlight>
                            <a:srgbClr val="F0F0F0"/>
                          </a:highlight>
                          <a:latin typeface="Roboto Mono"/>
                          <a:ea typeface="Roboto Mono"/>
                          <a:cs typeface="Roboto Mono"/>
                          <a:sym typeface="Roboto Mono"/>
                        </a:rPr>
                        <a:t>, </a:t>
                      </a:r>
                      <a:r>
                        <a:rPr lang="es-419" sz="1100">
                          <a:solidFill>
                            <a:srgbClr val="880000"/>
                          </a:solidFill>
                          <a:highlight>
                            <a:srgbClr val="F0F0F0"/>
                          </a:highlight>
                          <a:latin typeface="Roboto Mono"/>
                          <a:ea typeface="Roboto Mono"/>
                          <a:cs typeface="Roboto Mono"/>
                          <a:sym typeface="Roboto Mono"/>
                        </a:rPr>
                        <a:t>4</a:t>
                      </a:r>
                      <a:r>
                        <a:rPr lang="es-419" sz="1100">
                          <a:solidFill>
                            <a:srgbClr val="444444"/>
                          </a:solidFill>
                          <a:highlight>
                            <a:srgbClr val="F0F0F0"/>
                          </a:highlight>
                          <a:latin typeface="Roboto Mono"/>
                          <a:ea typeface="Roboto Mono"/>
                          <a:cs typeface="Roboto Mono"/>
                          <a:sym typeface="Roboto Mono"/>
                        </a:rPr>
                        <a:t>]</a:t>
                      </a:r>
                      <a:endParaRPr sz="1100">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Mostrar una lista</a:t>
            </a:r>
            <a:endParaRPr/>
          </a:p>
        </p:txBody>
      </p:sp>
      <p:sp>
        <p:nvSpPr>
          <p:cNvPr id="174" name="Google Shape;174;p30"/>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mostrar una lista podemos ocupar </a:t>
            </a:r>
            <a:r>
              <a:rPr b="1" lang="es-419"/>
              <a:t>print</a:t>
            </a:r>
            <a:r>
              <a:rPr lang="es-419"/>
              <a:t> o </a:t>
            </a:r>
            <a:r>
              <a:rPr b="1" lang="es-419"/>
              <a:t>llamar a su objeto contenedor</a:t>
            </a:r>
            <a:r>
              <a:rPr lang="es-419"/>
              <a:t>.</a:t>
            </a:r>
            <a:endParaRPr/>
          </a:p>
        </p:txBody>
      </p:sp>
      <p:sp>
        <p:nvSpPr>
          <p:cNvPr id="175" name="Google Shape;175;p30"/>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176" name="Google Shape;176;p30"/>
          <p:cNvGraphicFramePr/>
          <p:nvPr/>
        </p:nvGraphicFramePr>
        <p:xfrm>
          <a:off x="355000" y="2276150"/>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b="1" lang="es-419">
                          <a:solidFill>
                            <a:srgbClr val="444444"/>
                          </a:solidFill>
                          <a:latin typeface="Roboto Mono"/>
                          <a:ea typeface="Roboto Mono"/>
                          <a:cs typeface="Roboto Mono"/>
                          <a:sym typeface="Roboto Mono"/>
                        </a:rPr>
                        <a:t>print</a:t>
                      </a:r>
                      <a:r>
                        <a:rPr lang="es-419">
                          <a:solidFill>
                            <a:srgbClr val="444444"/>
                          </a:solidFill>
                          <a:latin typeface="Roboto Mono"/>
                          <a:ea typeface="Roboto Mono"/>
                          <a:cs typeface="Roboto Mono"/>
                          <a:sym typeface="Roboto Mono"/>
                        </a:rPr>
                        <a:t>(a) </a:t>
                      </a:r>
                      <a:r>
                        <a:rPr lang="es-419">
                          <a:solidFill>
                            <a:srgbClr val="888888"/>
                          </a:solidFill>
                          <a:latin typeface="Roboto Mono"/>
                          <a:ea typeface="Roboto Mono"/>
                          <a:cs typeface="Roboto Mono"/>
                          <a:sym typeface="Roboto Mono"/>
                        </a:rPr>
                        <a:t># mostramos los valores de la lista a definida arriba</a:t>
                      </a:r>
                      <a:endParaRPr>
                        <a:solidFill>
                          <a:srgbClr val="888888"/>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a:solidFill>
                            <a:srgbClr val="444444"/>
                          </a:solidFill>
                          <a:latin typeface="Roboto Mono"/>
                          <a:ea typeface="Roboto Mono"/>
                          <a:cs typeface="Roboto Mono"/>
                          <a:sym typeface="Roboto Mono"/>
                        </a:rPr>
                        <a:t>print</a:t>
                      </a:r>
                      <a:r>
                        <a:rPr lang="es-419">
                          <a:solidFill>
                            <a:srgbClr val="444444"/>
                          </a:solidFill>
                          <a:latin typeface="Roboto Mono"/>
                          <a:ea typeface="Roboto Mono"/>
                          <a:cs typeface="Roboto Mono"/>
                          <a:sym typeface="Roboto Mono"/>
                        </a:rPr>
                        <a:t>([</a:t>
                      </a:r>
                      <a:r>
                        <a:rPr lang="es-419">
                          <a:solidFill>
                            <a:srgbClr val="880000"/>
                          </a:solidFill>
                          <a:latin typeface="Roboto Mono"/>
                          <a:ea typeface="Roboto Mono"/>
                          <a:cs typeface="Roboto Mono"/>
                          <a:sym typeface="Roboto Mono"/>
                        </a:rPr>
                        <a:t>1</a:t>
                      </a:r>
                      <a:r>
                        <a:rPr lang="es-419">
                          <a:solidFill>
                            <a:srgbClr val="444444"/>
                          </a:solidFill>
                          <a:latin typeface="Roboto Mono"/>
                          <a:ea typeface="Roboto Mono"/>
                          <a:cs typeface="Roboto Mono"/>
                          <a:sym typeface="Roboto Mono"/>
                        </a:rPr>
                        <a:t>, </a:t>
                      </a:r>
                      <a:r>
                        <a:rPr lang="es-419">
                          <a:solidFill>
                            <a:srgbClr val="880000"/>
                          </a:solidFill>
                          <a:latin typeface="Roboto Mono"/>
                          <a:ea typeface="Roboto Mono"/>
                          <a:cs typeface="Roboto Mono"/>
                          <a:sym typeface="Roboto Mono"/>
                        </a:rPr>
                        <a:t>2</a:t>
                      </a:r>
                      <a:r>
                        <a:rPr lang="es-419">
                          <a:solidFill>
                            <a:srgbClr val="444444"/>
                          </a:solidFill>
                          <a:latin typeface="Roboto Mono"/>
                          <a:ea typeface="Roboto Mono"/>
                          <a:cs typeface="Roboto Mono"/>
                          <a:sym typeface="Roboto Mono"/>
                        </a:rPr>
                        <a:t>, </a:t>
                      </a:r>
                      <a:r>
                        <a:rPr lang="es-419">
                          <a:solidFill>
                            <a:srgbClr val="880000"/>
                          </a:solidFill>
                          <a:latin typeface="Roboto Mono"/>
                          <a:ea typeface="Roboto Mono"/>
                          <a:cs typeface="Roboto Mono"/>
                          <a:sym typeface="Roboto Mono"/>
                        </a:rPr>
                        <a:t>'hola'</a:t>
                      </a:r>
                      <a:r>
                        <a:rPr lang="es-419">
                          <a:solidFill>
                            <a:srgbClr val="444444"/>
                          </a:solidFill>
                          <a:latin typeface="Roboto Mono"/>
                          <a:ea typeface="Roboto Mono"/>
                          <a:cs typeface="Roboto Mono"/>
                          <a:sym typeface="Roboto Mono"/>
                        </a:rPr>
                        <a:t>, </a:t>
                      </a:r>
                      <a:r>
                        <a:rPr lang="es-419">
                          <a:solidFill>
                            <a:srgbClr val="880000"/>
                          </a:solidFill>
                          <a:latin typeface="Roboto Mono"/>
                          <a:ea typeface="Roboto Mono"/>
                          <a:cs typeface="Roboto Mono"/>
                          <a:sym typeface="Roboto Mono"/>
                        </a:rPr>
                        <a:t>4</a:t>
                      </a:r>
                      <a:r>
                        <a:rPr lang="es-419">
                          <a:solidFill>
                            <a:srgbClr val="444444"/>
                          </a:solidFill>
                          <a:latin typeface="Roboto Mono"/>
                          <a:ea typeface="Roboto Mono"/>
                          <a:cs typeface="Roboto Mono"/>
                          <a:sym typeface="Roboto Mono"/>
                        </a:rPr>
                        <a:t>]) </a:t>
                      </a:r>
                      <a:r>
                        <a:rPr lang="es-419">
                          <a:solidFill>
                            <a:srgbClr val="888888"/>
                          </a:solidFill>
                          <a:latin typeface="Roboto Mono"/>
                          <a:ea typeface="Roboto Mono"/>
                          <a:cs typeface="Roboto Mono"/>
                          <a:sym typeface="Roboto Mono"/>
                        </a:rPr>
                        <a:t># mostramos directo una lista</a:t>
                      </a:r>
                      <a:endParaRPr>
                        <a:solidFill>
                          <a:srgbClr val="444444"/>
                        </a:solidFill>
                        <a:latin typeface="Roboto Mono"/>
                        <a:ea typeface="Roboto Mono"/>
                        <a:cs typeface="Roboto Mono"/>
                        <a:sym typeface="Roboto Mono"/>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F0F0F0"/>
                    </a:solidFill>
                  </a:tcPr>
                </a:tc>
              </a:tr>
            </a:tbl>
          </a:graphicData>
        </a:graphic>
      </p:graphicFrame>
      <p:graphicFrame>
        <p:nvGraphicFramePr>
          <p:cNvPr id="177" name="Google Shape;177;p30"/>
          <p:cNvGraphicFramePr/>
          <p:nvPr/>
        </p:nvGraphicFramePr>
        <p:xfrm>
          <a:off x="355000" y="3038150"/>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200">
                          <a:solidFill>
                            <a:srgbClr val="444444"/>
                          </a:solidFill>
                          <a:latin typeface="Roboto Mono"/>
                          <a:ea typeface="Roboto Mono"/>
                          <a:cs typeface="Roboto Mono"/>
                          <a:sym typeface="Roboto Mono"/>
                        </a:rPr>
                        <a:t>[</a:t>
                      </a:r>
                      <a:r>
                        <a:rPr lang="es-419" sz="1200">
                          <a:solidFill>
                            <a:srgbClr val="880000"/>
                          </a:solidFill>
                          <a:latin typeface="Roboto Mono"/>
                          <a:ea typeface="Roboto Mono"/>
                          <a:cs typeface="Roboto Mono"/>
                          <a:sym typeface="Roboto Mono"/>
                        </a:rPr>
                        <a:t>1</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2</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3</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4</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D9D9D9"/>
                    </a:solidFill>
                  </a:tcPr>
                </a:tc>
              </a:tr>
            </a:tbl>
          </a:graphicData>
        </a:graphic>
      </p:graphicFrame>
      <p:graphicFrame>
        <p:nvGraphicFramePr>
          <p:cNvPr id="178" name="Google Shape;178;p30"/>
          <p:cNvGraphicFramePr/>
          <p:nvPr/>
        </p:nvGraphicFramePr>
        <p:xfrm>
          <a:off x="355000" y="3495350"/>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a:t>
                      </a:r>
                      <a:r>
                        <a:rPr lang="es-419" sz="1200">
                          <a:solidFill>
                            <a:srgbClr val="880000"/>
                          </a:solidFill>
                          <a:latin typeface="Roboto Mono"/>
                          <a:ea typeface="Roboto Mono"/>
                          <a:cs typeface="Roboto Mono"/>
                          <a:sym typeface="Roboto Mono"/>
                        </a:rPr>
                        <a:t>1</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2</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'hola'</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4</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D9D9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84" name="Google Shape;184;p31"/>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Cada elemento en la lista tiene una posición específica, la que se conoce como índice, el que permite acceder al elemento que está dentro de la lista.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En Python los índices parten en </a:t>
            </a:r>
            <a:r>
              <a:rPr b="1" lang="es-419"/>
              <a:t>cero</a:t>
            </a:r>
            <a:r>
              <a:rPr lang="es-419"/>
              <a:t> y van hasta  </a:t>
            </a:r>
            <a:r>
              <a:rPr b="1" lang="es-419"/>
              <a:t>n - 1</a:t>
            </a:r>
            <a:r>
              <a:rPr lang="es-419"/>
              <a:t>, donde n es la cantidad de elementos en la lista.</a:t>
            </a:r>
            <a:endParaRPr/>
          </a:p>
        </p:txBody>
      </p:sp>
      <p:sp>
        <p:nvSpPr>
          <p:cNvPr id="185" name="Google Shape;185;p31"/>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86" name="Google Shape;186;p31"/>
          <p:cNvPicPr preferRelativeResize="0"/>
          <p:nvPr/>
        </p:nvPicPr>
        <p:blipFill>
          <a:blip r:embed="rId3">
            <a:alphaModFix/>
          </a:blip>
          <a:stretch>
            <a:fillRect/>
          </a:stretch>
        </p:blipFill>
        <p:spPr>
          <a:xfrm>
            <a:off x="5708925" y="1433725"/>
            <a:ext cx="2504750" cy="250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92" name="Google Shape;192;p32"/>
          <p:cNvSpPr txBox="1"/>
          <p:nvPr>
            <p:ph idx="1" type="body"/>
          </p:nvPr>
        </p:nvSpPr>
        <p:spPr>
          <a:xfrm>
            <a:off x="355000" y="1433725"/>
            <a:ext cx="47244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una lista que contiene 4 elementos:</a:t>
            </a:r>
            <a:endParaRPr/>
          </a:p>
          <a:p>
            <a:pPr indent="-330200" lvl="0" marL="457200" rtl="0" algn="l">
              <a:spcBef>
                <a:spcPts val="0"/>
              </a:spcBef>
              <a:spcAft>
                <a:spcPts val="0"/>
              </a:spcAft>
              <a:buSzPts val="1600"/>
              <a:buChar char="●"/>
            </a:pPr>
            <a:r>
              <a:rPr lang="es-419"/>
              <a:t>el primer elemento está en la posición cero</a:t>
            </a:r>
            <a:endParaRPr/>
          </a:p>
          <a:p>
            <a:pPr indent="-330200" lvl="0" marL="457200" rtl="0" algn="l">
              <a:spcBef>
                <a:spcPts val="0"/>
              </a:spcBef>
              <a:spcAft>
                <a:spcPts val="0"/>
              </a:spcAft>
              <a:buSzPts val="1600"/>
              <a:buChar char="●"/>
            </a:pPr>
            <a:r>
              <a:rPr lang="es-419"/>
              <a:t>el último en la posición 3</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Para acceder al elemento de una posición específica de la lista, se debe escribir el nombre de la lista, y entre paréntesis de corchetes, el índice de la posición.</a:t>
            </a:r>
            <a:endParaRPr/>
          </a:p>
        </p:txBody>
      </p:sp>
      <p:sp>
        <p:nvSpPr>
          <p:cNvPr id="193" name="Google Shape;193;p32"/>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Ejemplo</a:t>
            </a:r>
            <a:endParaRPr/>
          </a:p>
        </p:txBody>
      </p:sp>
      <p:graphicFrame>
        <p:nvGraphicFramePr>
          <p:cNvPr id="194" name="Google Shape;194;p32"/>
          <p:cNvGraphicFramePr/>
          <p:nvPr/>
        </p:nvGraphicFramePr>
        <p:xfrm>
          <a:off x="5079400" y="1814725"/>
          <a:ext cx="3000000" cy="3000000"/>
        </p:xfrm>
        <a:graphic>
          <a:graphicData uri="http://schemas.openxmlformats.org/drawingml/2006/table">
            <a:tbl>
              <a:tblPr>
                <a:noFill/>
                <a:tableStyleId>{D5D6B4DA-08DD-4EB9-B235-A0AC72D00117}</a:tableStyleId>
              </a:tblPr>
              <a:tblGrid>
                <a:gridCol w="3857500"/>
              </a:tblGrid>
              <a:tr h="12700">
                <a:tc>
                  <a:txBody>
                    <a:bodyPr/>
                    <a:lstStyle/>
                    <a:p>
                      <a:pPr indent="0" lvl="0" marL="0" rtl="0" algn="l">
                        <a:lnSpc>
                          <a:spcPct val="115000"/>
                        </a:lnSpc>
                        <a:spcBef>
                          <a:spcPts val="0"/>
                        </a:spcBef>
                        <a:spcAft>
                          <a:spcPts val="0"/>
                        </a:spcAft>
                        <a:buNone/>
                      </a:pPr>
                      <a:r>
                        <a:rPr lang="es-419" sz="1100">
                          <a:solidFill>
                            <a:srgbClr val="444444"/>
                          </a:solidFill>
                          <a:latin typeface="Roboto Mono"/>
                          <a:ea typeface="Roboto Mono"/>
                          <a:cs typeface="Roboto Mono"/>
                          <a:sym typeface="Roboto Mono"/>
                        </a:rPr>
                        <a:t>colores = [</a:t>
                      </a:r>
                      <a:r>
                        <a:rPr lang="es-419" sz="1100">
                          <a:solidFill>
                            <a:srgbClr val="880000"/>
                          </a:solidFill>
                          <a:latin typeface="Roboto Mono"/>
                          <a:ea typeface="Roboto Mono"/>
                          <a:cs typeface="Roboto Mono"/>
                          <a:sym typeface="Roboto Mono"/>
                        </a:rPr>
                        <a:t>"verde"</a:t>
                      </a:r>
                      <a:r>
                        <a:rPr lang="es-419" sz="1100">
                          <a:solidFill>
                            <a:srgbClr val="444444"/>
                          </a:solidFill>
                          <a:latin typeface="Roboto Mono"/>
                          <a:ea typeface="Roboto Mono"/>
                          <a:cs typeface="Roboto Mono"/>
                          <a:sym typeface="Roboto Mono"/>
                        </a:rPr>
                        <a:t>, </a:t>
                      </a:r>
                      <a:r>
                        <a:rPr lang="es-419" sz="1100">
                          <a:solidFill>
                            <a:srgbClr val="880000"/>
                          </a:solidFill>
                          <a:latin typeface="Roboto Mono"/>
                          <a:ea typeface="Roboto Mono"/>
                          <a:cs typeface="Roboto Mono"/>
                          <a:sym typeface="Roboto Mono"/>
                        </a:rPr>
                        <a:t>"rojo"</a:t>
                      </a:r>
                      <a:r>
                        <a:rPr lang="es-419" sz="1100">
                          <a:solidFill>
                            <a:srgbClr val="444444"/>
                          </a:solidFill>
                          <a:latin typeface="Roboto Mono"/>
                          <a:ea typeface="Roboto Mono"/>
                          <a:cs typeface="Roboto Mono"/>
                          <a:sym typeface="Roboto Mono"/>
                        </a:rPr>
                        <a:t>, </a:t>
                      </a:r>
                      <a:r>
                        <a:rPr lang="es-419" sz="1100">
                          <a:solidFill>
                            <a:srgbClr val="880000"/>
                          </a:solidFill>
                          <a:latin typeface="Roboto Mono"/>
                          <a:ea typeface="Roboto Mono"/>
                          <a:cs typeface="Roboto Mono"/>
                          <a:sym typeface="Roboto Mono"/>
                        </a:rPr>
                        <a:t>"rosa"</a:t>
                      </a:r>
                      <a:r>
                        <a:rPr lang="es-419" sz="1100">
                          <a:solidFill>
                            <a:srgbClr val="444444"/>
                          </a:solidFill>
                          <a:latin typeface="Roboto Mono"/>
                          <a:ea typeface="Roboto Mono"/>
                          <a:cs typeface="Roboto Mono"/>
                          <a:sym typeface="Roboto Mono"/>
                        </a:rPr>
                        <a:t>, </a:t>
                      </a:r>
                      <a:r>
                        <a:rPr lang="es-419" sz="1100">
                          <a:solidFill>
                            <a:srgbClr val="880000"/>
                          </a:solidFill>
                          <a:latin typeface="Roboto Mono"/>
                          <a:ea typeface="Roboto Mono"/>
                          <a:cs typeface="Roboto Mono"/>
                          <a:sym typeface="Roboto Mono"/>
                        </a:rPr>
                        <a:t>"azul"</a:t>
                      </a:r>
                      <a:r>
                        <a:rPr lang="es-419" sz="1100">
                          <a:solidFill>
                            <a:srgbClr val="444444"/>
                          </a:solidFill>
                          <a:latin typeface="Roboto Mono"/>
                          <a:ea typeface="Roboto Mono"/>
                          <a:cs typeface="Roboto Mono"/>
                          <a:sym typeface="Roboto Mono"/>
                        </a:rPr>
                        <a:t>]</a:t>
                      </a:r>
                      <a:br>
                        <a:rPr lang="es-419" sz="1100">
                          <a:solidFill>
                            <a:srgbClr val="444444"/>
                          </a:solidFill>
                          <a:latin typeface="Roboto Mono"/>
                          <a:ea typeface="Roboto Mono"/>
                          <a:cs typeface="Roboto Mono"/>
                          <a:sym typeface="Roboto Mono"/>
                        </a:rPr>
                      </a:b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(colores[</a:t>
                      </a:r>
                      <a:r>
                        <a:rPr lang="es-419" sz="1100">
                          <a:solidFill>
                            <a:srgbClr val="880000"/>
                          </a:solidFill>
                          <a:latin typeface="Roboto Mono"/>
                          <a:ea typeface="Roboto Mono"/>
                          <a:cs typeface="Roboto Mono"/>
                          <a:sym typeface="Roboto Mono"/>
                        </a:rPr>
                        <a:t>0</a:t>
                      </a:r>
                      <a:r>
                        <a:rPr lang="es-419" sz="1100">
                          <a:solidFill>
                            <a:srgbClr val="444444"/>
                          </a:solidFill>
                          <a:latin typeface="Roboto Mono"/>
                          <a:ea typeface="Roboto Mono"/>
                          <a:cs typeface="Roboto Mono"/>
                          <a:sym typeface="Roboto Mono"/>
                        </a:rPr>
                        <a:t>])</a:t>
                      </a:r>
                      <a:br>
                        <a:rPr lang="es-419" sz="1100">
                          <a:solidFill>
                            <a:srgbClr val="444444"/>
                          </a:solidFill>
                          <a:latin typeface="Roboto Mono"/>
                          <a:ea typeface="Roboto Mono"/>
                          <a:cs typeface="Roboto Mono"/>
                          <a:sym typeface="Roboto Mono"/>
                        </a:rPr>
                      </a:b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(colores[</a:t>
                      </a:r>
                      <a:r>
                        <a:rPr lang="es-419" sz="1100">
                          <a:solidFill>
                            <a:srgbClr val="880000"/>
                          </a:solidFill>
                          <a:latin typeface="Roboto Mono"/>
                          <a:ea typeface="Roboto Mono"/>
                          <a:cs typeface="Roboto Mono"/>
                          <a:sym typeface="Roboto Mono"/>
                        </a:rPr>
                        <a:t>1</a:t>
                      </a:r>
                      <a:r>
                        <a:rPr lang="es-419" sz="1100">
                          <a:solidFill>
                            <a:srgbClr val="444444"/>
                          </a:solidFill>
                          <a:latin typeface="Roboto Mono"/>
                          <a:ea typeface="Roboto Mono"/>
                          <a:cs typeface="Roboto Mono"/>
                          <a:sym typeface="Roboto Mono"/>
                        </a:rPr>
                        <a:t>])</a:t>
                      </a:r>
                      <a:br>
                        <a:rPr lang="es-419" sz="1100">
                          <a:solidFill>
                            <a:srgbClr val="444444"/>
                          </a:solidFill>
                          <a:latin typeface="Roboto Mono"/>
                          <a:ea typeface="Roboto Mono"/>
                          <a:cs typeface="Roboto Mono"/>
                          <a:sym typeface="Roboto Mono"/>
                        </a:rPr>
                      </a:b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(colores[</a:t>
                      </a:r>
                      <a:r>
                        <a:rPr lang="es-419" sz="1100">
                          <a:solidFill>
                            <a:srgbClr val="880000"/>
                          </a:solidFill>
                          <a:latin typeface="Roboto Mono"/>
                          <a:ea typeface="Roboto Mono"/>
                          <a:cs typeface="Roboto Mono"/>
                          <a:sym typeface="Roboto Mono"/>
                        </a:rPr>
                        <a:t>3</a:t>
                      </a:r>
                      <a:r>
                        <a:rPr lang="es-419" sz="1100">
                          <a:solidFill>
                            <a:srgbClr val="444444"/>
                          </a:solidFill>
                          <a:latin typeface="Roboto Mono"/>
                          <a:ea typeface="Roboto Mono"/>
                          <a:cs typeface="Roboto Mono"/>
                          <a:sym typeface="Roboto Mono"/>
                        </a:rPr>
                        <a:t>])</a:t>
                      </a:r>
                      <a:endParaRPr sz="1100">
                        <a:latin typeface="Roboto Mono"/>
                        <a:ea typeface="Roboto Mono"/>
                        <a:cs typeface="Roboto Mono"/>
                        <a:sym typeface="Roboto Mono"/>
                      </a:endParaRPr>
                    </a:p>
                  </a:txBody>
                  <a:tcPr marT="63500" marB="63500" marR="63500" marL="63500">
                    <a:solidFill>
                      <a:srgbClr val="EFEFEF"/>
                    </a:solidFill>
                  </a:tcPr>
                </a:tc>
              </a:tr>
            </a:tbl>
          </a:graphicData>
        </a:graphic>
      </p:graphicFrame>
      <p:graphicFrame>
        <p:nvGraphicFramePr>
          <p:cNvPr id="195" name="Google Shape;195;p32"/>
          <p:cNvGraphicFramePr/>
          <p:nvPr/>
        </p:nvGraphicFramePr>
        <p:xfrm>
          <a:off x="5079400" y="2881525"/>
          <a:ext cx="3000000" cy="3000000"/>
        </p:xfrm>
        <a:graphic>
          <a:graphicData uri="http://schemas.openxmlformats.org/drawingml/2006/table">
            <a:tbl>
              <a:tblPr>
                <a:noFill/>
                <a:tableStyleId>{D5D6B4DA-08DD-4EB9-B235-A0AC72D00117}</a:tableStyleId>
              </a:tblPr>
              <a:tblGrid>
                <a:gridCol w="38575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100">
                          <a:solidFill>
                            <a:srgbClr val="444444"/>
                          </a:solidFill>
                          <a:latin typeface="Roboto Mono"/>
                          <a:ea typeface="Roboto Mono"/>
                          <a:cs typeface="Roboto Mono"/>
                          <a:sym typeface="Roboto Mono"/>
                        </a:rPr>
                        <a:t>verde</a:t>
                      </a:r>
                      <a:br>
                        <a:rPr lang="es-419" sz="1100">
                          <a:solidFill>
                            <a:srgbClr val="444444"/>
                          </a:solidFill>
                          <a:latin typeface="Roboto Mono"/>
                          <a:ea typeface="Roboto Mono"/>
                          <a:cs typeface="Roboto Mono"/>
                          <a:sym typeface="Roboto Mono"/>
                        </a:rPr>
                      </a:br>
                      <a:r>
                        <a:rPr lang="es-419" sz="1100">
                          <a:solidFill>
                            <a:srgbClr val="444444"/>
                          </a:solidFill>
                          <a:latin typeface="Roboto Mono"/>
                          <a:ea typeface="Roboto Mono"/>
                          <a:cs typeface="Roboto Mono"/>
                          <a:sym typeface="Roboto Mono"/>
                        </a:rPr>
                        <a:t>rojo</a:t>
                      </a:r>
                      <a:br>
                        <a:rPr lang="es-419" sz="1100">
                          <a:solidFill>
                            <a:srgbClr val="444444"/>
                          </a:solidFill>
                          <a:latin typeface="Roboto Mono"/>
                          <a:ea typeface="Roboto Mono"/>
                          <a:cs typeface="Roboto Mono"/>
                          <a:sym typeface="Roboto Mono"/>
                        </a:rPr>
                      </a:br>
                      <a:r>
                        <a:rPr lang="es-419" sz="1100">
                          <a:solidFill>
                            <a:srgbClr val="444444"/>
                          </a:solidFill>
                          <a:latin typeface="Roboto Mono"/>
                          <a:ea typeface="Roboto Mono"/>
                          <a:cs typeface="Roboto Mono"/>
                          <a:sym typeface="Roboto Mono"/>
                        </a:rPr>
                        <a:t>azul</a:t>
                      </a:r>
                      <a:endParaRPr sz="1100">
                        <a:latin typeface="Roboto Mono"/>
                        <a:ea typeface="Roboto Mono"/>
                        <a:cs typeface="Roboto Mono"/>
                        <a:sym typeface="Roboto Mono"/>
                      </a:endParaRPr>
                    </a:p>
                  </a:txBody>
                  <a:tcPr marT="63500" marB="63500" marR="63500" marL="63500">
                    <a:solidFill>
                      <a:srgbClr val="D9D9D9"/>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201" name="Google Shape;201;p33"/>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caso de que el índice sea mayor o igual a la cantidad de elementos en la lista, Python arrojará un </a:t>
            </a:r>
            <a:r>
              <a:rPr b="1" lang="es-419">
                <a:highlight>
                  <a:srgbClr val="EFEFEF"/>
                </a:highlight>
                <a:latin typeface="Roboto Mono"/>
                <a:ea typeface="Roboto Mono"/>
                <a:cs typeface="Roboto Mono"/>
                <a:sym typeface="Roboto Mono"/>
              </a:rPr>
              <a:t>IndexError: list index out of range</a:t>
            </a:r>
            <a:r>
              <a:rPr lang="es-419"/>
              <a:t>, que indica que el índice se posiciona fuera del rango de la lista.</a:t>
            </a:r>
            <a:endParaRPr/>
          </a:p>
        </p:txBody>
      </p:sp>
      <p:sp>
        <p:nvSpPr>
          <p:cNvPr id="202" name="Google Shape;202;p33"/>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más allá de los límites</a:t>
            </a:r>
            <a:endParaRPr/>
          </a:p>
        </p:txBody>
      </p:sp>
      <p:sp>
        <p:nvSpPr>
          <p:cNvPr id="203" name="Google Shape;203;p33"/>
          <p:cNvSpPr txBox="1"/>
          <p:nvPr/>
        </p:nvSpPr>
        <p:spPr>
          <a:xfrm>
            <a:off x="355000" y="2491075"/>
            <a:ext cx="8485800" cy="3693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colores[</a:t>
            </a:r>
            <a:r>
              <a:rPr lang="es-419" sz="1200">
                <a:solidFill>
                  <a:srgbClr val="880000"/>
                </a:solidFill>
                <a:latin typeface="Roboto Mono"/>
                <a:ea typeface="Roboto Mono"/>
                <a:cs typeface="Roboto Mono"/>
                <a:sym typeface="Roboto Mono"/>
              </a:rPr>
              <a:t>8</a:t>
            </a:r>
            <a:r>
              <a:rPr lang="es-419" sz="1200">
                <a:solidFill>
                  <a:srgbClr val="444444"/>
                </a:solidFill>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204" name="Google Shape;204;p33"/>
          <p:cNvSpPr txBox="1"/>
          <p:nvPr/>
        </p:nvSpPr>
        <p:spPr>
          <a:xfrm>
            <a:off x="355000" y="2948275"/>
            <a:ext cx="8485800" cy="13275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444444"/>
                </a:solidFill>
                <a:highlight>
                  <a:srgbClr val="F0F0F0"/>
                </a:highlight>
                <a:latin typeface="Consolas"/>
                <a:ea typeface="Consolas"/>
                <a:cs typeface="Consolas"/>
                <a:sym typeface="Consolas"/>
              </a:rPr>
              <a:t>------------------------------------------------------------------------</a:t>
            </a:r>
            <a:br>
              <a:rPr lang="es-419" sz="1100">
                <a:solidFill>
                  <a:srgbClr val="444444"/>
                </a:solidFill>
                <a:highlight>
                  <a:srgbClr val="F0F0F0"/>
                </a:highlight>
                <a:latin typeface="Consolas"/>
                <a:ea typeface="Consolas"/>
                <a:cs typeface="Consolas"/>
                <a:sym typeface="Consolas"/>
              </a:rPr>
            </a:br>
            <a:br>
              <a:rPr lang="es-419" sz="1100">
                <a:solidFill>
                  <a:srgbClr val="444444"/>
                </a:solidFill>
                <a:highlight>
                  <a:srgbClr val="F0F0F0"/>
                </a:highlight>
                <a:latin typeface="Consolas"/>
                <a:ea typeface="Consolas"/>
                <a:cs typeface="Consolas"/>
                <a:sym typeface="Consolas"/>
              </a:rPr>
            </a:br>
            <a:r>
              <a:rPr lang="es-419" sz="1100">
                <a:solidFill>
                  <a:srgbClr val="444444"/>
                </a:solidFill>
                <a:highlight>
                  <a:srgbClr val="F0F0F0"/>
                </a:highlight>
                <a:latin typeface="Consolas"/>
                <a:ea typeface="Consolas"/>
                <a:cs typeface="Consolas"/>
                <a:sym typeface="Consolas"/>
              </a:rPr>
              <a:t>IndexError                                Traceback (most recent call last)</a:t>
            </a:r>
            <a:br>
              <a:rPr lang="es-419" sz="1100">
                <a:solidFill>
                  <a:srgbClr val="444444"/>
                </a:solidFill>
                <a:highlight>
                  <a:srgbClr val="F0F0F0"/>
                </a:highlight>
                <a:latin typeface="Consolas"/>
                <a:ea typeface="Consolas"/>
                <a:cs typeface="Consolas"/>
                <a:sym typeface="Consolas"/>
              </a:rPr>
            </a:br>
            <a:r>
              <a:rPr lang="es-419" sz="1100">
                <a:solidFill>
                  <a:srgbClr val="444444"/>
                </a:solidFill>
                <a:highlight>
                  <a:srgbClr val="F0F0F0"/>
                </a:highlight>
                <a:latin typeface="Consolas"/>
                <a:ea typeface="Consolas"/>
                <a:cs typeface="Consolas"/>
                <a:sym typeface="Consolas"/>
              </a:rPr>
              <a:t>&lt;ipython-input</a:t>
            </a:r>
            <a:r>
              <a:rPr lang="es-419" sz="1100">
                <a:solidFill>
                  <a:srgbClr val="880000"/>
                </a:solidFill>
                <a:highlight>
                  <a:srgbClr val="F0F0F0"/>
                </a:highlight>
                <a:latin typeface="Consolas"/>
                <a:ea typeface="Consolas"/>
                <a:cs typeface="Consolas"/>
                <a:sym typeface="Consolas"/>
              </a:rPr>
              <a:t>-4</a:t>
            </a:r>
            <a:r>
              <a:rPr lang="es-419" sz="1100">
                <a:solidFill>
                  <a:srgbClr val="444444"/>
                </a:solidFill>
                <a:highlight>
                  <a:srgbClr val="F0F0F0"/>
                </a:highlight>
                <a:latin typeface="Consolas"/>
                <a:ea typeface="Consolas"/>
                <a:cs typeface="Consolas"/>
                <a:sym typeface="Consolas"/>
              </a:rPr>
              <a:t>-cf0cdf800f9c&gt; </a:t>
            </a:r>
            <a:r>
              <a:rPr b="1" lang="es-419" sz="1100">
                <a:solidFill>
                  <a:srgbClr val="444444"/>
                </a:solidFill>
                <a:highlight>
                  <a:srgbClr val="F0F0F0"/>
                </a:highlight>
                <a:latin typeface="Consolas"/>
                <a:ea typeface="Consolas"/>
                <a:cs typeface="Consolas"/>
                <a:sym typeface="Consolas"/>
              </a:rPr>
              <a:t>in</a:t>
            </a:r>
            <a:r>
              <a:rPr lang="es-419" sz="1100">
                <a:solidFill>
                  <a:srgbClr val="444444"/>
                </a:solidFill>
                <a:highlight>
                  <a:srgbClr val="F0F0F0"/>
                </a:highlight>
                <a:latin typeface="Consolas"/>
                <a:ea typeface="Consolas"/>
                <a:cs typeface="Consolas"/>
                <a:sym typeface="Consolas"/>
              </a:rPr>
              <a:t> &lt;module&gt;()</a:t>
            </a:r>
            <a:br>
              <a:rPr lang="es-419" sz="1100">
                <a:solidFill>
                  <a:srgbClr val="444444"/>
                </a:solidFill>
                <a:highlight>
                  <a:srgbClr val="F0F0F0"/>
                </a:highlight>
                <a:latin typeface="Consolas"/>
                <a:ea typeface="Consolas"/>
                <a:cs typeface="Consolas"/>
                <a:sym typeface="Consolas"/>
              </a:rPr>
            </a:br>
            <a:r>
              <a:rPr lang="es-419" sz="1100">
                <a:solidFill>
                  <a:srgbClr val="444444"/>
                </a:solidFill>
                <a:highlight>
                  <a:srgbClr val="F0F0F0"/>
                </a:highlight>
                <a:latin typeface="Consolas"/>
                <a:ea typeface="Consolas"/>
                <a:cs typeface="Consolas"/>
                <a:sym typeface="Consolas"/>
              </a:rPr>
              <a:t>----&gt; </a:t>
            </a:r>
            <a:r>
              <a:rPr lang="es-419" sz="1100">
                <a:solidFill>
                  <a:srgbClr val="880000"/>
                </a:solidFill>
                <a:highlight>
                  <a:srgbClr val="F0F0F0"/>
                </a:highlight>
                <a:latin typeface="Consolas"/>
                <a:ea typeface="Consolas"/>
                <a:cs typeface="Consolas"/>
                <a:sym typeface="Consolas"/>
              </a:rPr>
              <a:t>1</a:t>
            </a:r>
            <a:r>
              <a:rPr lang="es-419" sz="1100">
                <a:solidFill>
                  <a:srgbClr val="444444"/>
                </a:solidFill>
                <a:highlight>
                  <a:srgbClr val="F0F0F0"/>
                </a:highlight>
                <a:latin typeface="Consolas"/>
                <a:ea typeface="Consolas"/>
                <a:cs typeface="Consolas"/>
                <a:sym typeface="Consolas"/>
              </a:rPr>
              <a:t> colores[</a:t>
            </a:r>
            <a:r>
              <a:rPr lang="es-419" sz="1100">
                <a:solidFill>
                  <a:srgbClr val="880000"/>
                </a:solidFill>
                <a:highlight>
                  <a:srgbClr val="F0F0F0"/>
                </a:highlight>
                <a:latin typeface="Consolas"/>
                <a:ea typeface="Consolas"/>
                <a:cs typeface="Consolas"/>
                <a:sym typeface="Consolas"/>
              </a:rPr>
              <a:t>8</a:t>
            </a:r>
            <a:r>
              <a:rPr lang="es-419" sz="1100">
                <a:solidFill>
                  <a:srgbClr val="444444"/>
                </a:solidFill>
                <a:highlight>
                  <a:srgbClr val="F0F0F0"/>
                </a:highlight>
                <a:latin typeface="Consolas"/>
                <a:ea typeface="Consolas"/>
                <a:cs typeface="Consolas"/>
                <a:sym typeface="Consolas"/>
              </a:rPr>
              <a:t>]</a:t>
            </a:r>
            <a:br>
              <a:rPr lang="es-419" sz="1100">
                <a:solidFill>
                  <a:srgbClr val="444444"/>
                </a:solidFill>
                <a:highlight>
                  <a:srgbClr val="F0F0F0"/>
                </a:highlight>
                <a:latin typeface="Consolas"/>
                <a:ea typeface="Consolas"/>
                <a:cs typeface="Consolas"/>
                <a:sym typeface="Consolas"/>
              </a:rPr>
            </a:br>
            <a:r>
              <a:rPr lang="es-419" sz="1100">
                <a:solidFill>
                  <a:srgbClr val="444444"/>
                </a:solidFill>
                <a:highlight>
                  <a:srgbClr val="F0F0F0"/>
                </a:highlight>
                <a:latin typeface="Consolas"/>
                <a:ea typeface="Consolas"/>
                <a:cs typeface="Consolas"/>
                <a:sym typeface="Consolas"/>
              </a:rPr>
              <a:t>IndexError: list index out of range</a:t>
            </a:r>
            <a:endParaRPr sz="1200">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210" name="Google Shape;210;p34"/>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Los índices también se pueden utilizar con números negativos y de esta forma referirse a los elementos desde el último al primero.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En Python, el índice del último elemento también se puede denotar con </a:t>
            </a:r>
            <a:r>
              <a:rPr b="1" lang="es-419"/>
              <a:t>-1</a:t>
            </a:r>
            <a:r>
              <a:rPr lang="es-419"/>
              <a:t> y  el primer elemento corresponde al elemento </a:t>
            </a:r>
            <a:r>
              <a:rPr b="1" lang="es-419"/>
              <a:t>-n</a:t>
            </a:r>
            <a:r>
              <a:rPr lang="es-419"/>
              <a:t>.</a:t>
            </a:r>
            <a:endParaRPr/>
          </a:p>
        </p:txBody>
      </p:sp>
      <p:sp>
        <p:nvSpPr>
          <p:cNvPr id="211" name="Google Shape;211;p34"/>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negativo</a:t>
            </a:r>
            <a:endParaRPr/>
          </a:p>
        </p:txBody>
      </p:sp>
      <p:sp>
        <p:nvSpPr>
          <p:cNvPr id="212" name="Google Shape;212;p34"/>
          <p:cNvSpPr txBox="1"/>
          <p:nvPr/>
        </p:nvSpPr>
        <p:spPr>
          <a:xfrm>
            <a:off x="355000" y="2948275"/>
            <a:ext cx="8485800" cy="581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a = [</a:t>
            </a:r>
            <a:r>
              <a:rPr lang="es-419" sz="1200">
                <a:solidFill>
                  <a:srgbClr val="880000"/>
                </a:solidFill>
                <a:latin typeface="Roboto Mono"/>
                <a:ea typeface="Roboto Mono"/>
                <a:cs typeface="Roboto Mono"/>
                <a:sym typeface="Roboto Mono"/>
              </a:rPr>
              <a:t>1</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2</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3</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4</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5</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a[</a:t>
            </a:r>
            <a:r>
              <a:rPr lang="es-419" sz="1200">
                <a:solidFill>
                  <a:srgbClr val="880000"/>
                </a:solidFill>
                <a:latin typeface="Roboto Mono"/>
                <a:ea typeface="Roboto Mono"/>
                <a:cs typeface="Roboto Mono"/>
                <a:sym typeface="Roboto Mono"/>
              </a:rPr>
              <a:t>-1</a:t>
            </a:r>
            <a:r>
              <a:rPr lang="es-419" sz="1200">
                <a:solidFill>
                  <a:srgbClr val="444444"/>
                </a:solidFill>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213" name="Google Shape;213;p34"/>
          <p:cNvSpPr txBox="1"/>
          <p:nvPr/>
        </p:nvSpPr>
        <p:spPr>
          <a:xfrm>
            <a:off x="355000" y="3634075"/>
            <a:ext cx="8485800" cy="3693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200">
                <a:solidFill>
                  <a:srgbClr val="880000"/>
                </a:solidFill>
                <a:latin typeface="Roboto Mono"/>
                <a:ea typeface="Roboto Mono"/>
                <a:cs typeface="Roboto Mono"/>
                <a:sym typeface="Roboto Mono"/>
              </a:rPr>
              <a:t>5</a:t>
            </a:r>
            <a:endParaRPr sz="1200">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Leyendo la documentación de listas</a:t>
            </a:r>
            <a:endParaRPr/>
          </a:p>
        </p:txBody>
      </p:sp>
      <p:sp>
        <p:nvSpPr>
          <p:cNvPr id="219" name="Google Shape;219;p35"/>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información oficial de Python sobre las listas (y de manera más general de estructuras de datos) se encuentra en </a:t>
            </a:r>
            <a:r>
              <a:rPr lang="es-419" u="sng">
                <a:solidFill>
                  <a:schemeClr val="hlink"/>
                </a:solidFill>
                <a:hlinkClick r:id="rId3"/>
              </a:rPr>
              <a:t>docs.python.org</a:t>
            </a:r>
            <a:r>
              <a:rPr lang="es-419"/>
              <a:t>. </a:t>
            </a:r>
            <a:endParaRPr/>
          </a:p>
          <a:p>
            <a:pPr indent="0" lvl="0" marL="0" rtl="0" algn="l">
              <a:spcBef>
                <a:spcPts val="0"/>
              </a:spcBef>
              <a:spcAft>
                <a:spcPts val="0"/>
              </a:spcAft>
              <a:buNone/>
            </a:pPr>
            <a:r>
              <a:rPr lang="es-419"/>
              <a:t>Importante: debes asegurarte que la versión que se esté consultando sea la misma con la que se está trabajando.</a:t>
            </a:r>
            <a:endParaRPr/>
          </a:p>
        </p:txBody>
      </p:sp>
      <p:sp>
        <p:nvSpPr>
          <p:cNvPr id="220" name="Google Shape;220;p35"/>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21" name="Google Shape;221;p35"/>
          <p:cNvPicPr preferRelativeResize="0"/>
          <p:nvPr/>
        </p:nvPicPr>
        <p:blipFill>
          <a:blip r:embed="rId4">
            <a:alphaModFix/>
          </a:blip>
          <a:stretch>
            <a:fillRect/>
          </a:stretch>
        </p:blipFill>
        <p:spPr>
          <a:xfrm>
            <a:off x="2224588" y="2647950"/>
            <a:ext cx="4668725" cy="2398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Otras estructuras de datos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Tuplas</a:t>
            </a:r>
            <a:endParaRPr/>
          </a:p>
        </p:txBody>
      </p:sp>
      <p:sp>
        <p:nvSpPr>
          <p:cNvPr id="232" name="Google Shape;232;p37"/>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Una propiedad útil es lo que se llama </a:t>
            </a:r>
            <a:r>
              <a:rPr b="1" lang="es-419"/>
              <a:t>unpacking</a:t>
            </a:r>
            <a:r>
              <a:rPr lang="es-419"/>
              <a:t> o </a:t>
            </a:r>
            <a:r>
              <a:rPr b="1" lang="es-419"/>
              <a:t>desempaquetamiento</a:t>
            </a:r>
            <a:r>
              <a:rPr lang="es-419"/>
              <a:t>:</a:t>
            </a:r>
            <a:endParaRPr/>
          </a:p>
        </p:txBody>
      </p:sp>
      <p:sp>
        <p:nvSpPr>
          <p:cNvPr id="233" name="Google Shape;233;p37"/>
          <p:cNvSpPr txBox="1"/>
          <p:nvPr>
            <p:ph idx="2" type="title"/>
          </p:nvPr>
        </p:nvSpPr>
        <p:spPr>
          <a:xfrm>
            <a:off x="277050" y="709825"/>
            <a:ext cx="8563800" cy="58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Par ordenado inmutable </a:t>
            </a:r>
            <a:endParaRPr/>
          </a:p>
          <a:p>
            <a:pPr indent="0" lvl="0" marL="0" rtl="0" algn="l">
              <a:spcBef>
                <a:spcPts val="0"/>
              </a:spcBef>
              <a:spcAft>
                <a:spcPts val="0"/>
              </a:spcAft>
              <a:buNone/>
            </a:pPr>
            <a:r>
              <a:rPr b="0" lang="es-419" sz="1578"/>
              <a:t>(no se pueden modificar partes de ella, en caso de querer actualizarlo se debe modificar la tupla completa)</a:t>
            </a:r>
            <a:endParaRPr b="0" sz="1578"/>
          </a:p>
        </p:txBody>
      </p:sp>
      <p:graphicFrame>
        <p:nvGraphicFramePr>
          <p:cNvPr id="234" name="Google Shape;234;p37"/>
          <p:cNvGraphicFramePr/>
          <p:nvPr/>
        </p:nvGraphicFramePr>
        <p:xfrm>
          <a:off x="355000" y="139972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lang="es-419" sz="1200">
                          <a:solidFill>
                            <a:srgbClr val="888888"/>
                          </a:solidFill>
                          <a:latin typeface="Roboto Mono"/>
                          <a:ea typeface="Roboto Mono"/>
                          <a:cs typeface="Roboto Mono"/>
                          <a:sym typeface="Roboto Mono"/>
                        </a:rPr>
                        <a:t># definición una tupla</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tupla_ej = (</a:t>
                      </a:r>
                      <a:r>
                        <a:rPr b="1" lang="es-419" sz="1200">
                          <a:solidFill>
                            <a:srgbClr val="A61C00"/>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Abril</a:t>
                      </a:r>
                      <a:r>
                        <a:rPr b="1" lang="es-419" sz="1200">
                          <a:solidFill>
                            <a:srgbClr val="A61C00"/>
                          </a:solidFill>
                          <a:latin typeface="Roboto Mono"/>
                          <a:ea typeface="Roboto Mono"/>
                          <a:cs typeface="Roboto Mono"/>
                          <a:sym typeface="Roboto Mono"/>
                        </a:rPr>
                        <a:t>"</a:t>
                      </a:r>
                      <a:r>
                        <a:rPr lang="es-419" sz="1200">
                          <a:solidFill>
                            <a:srgbClr val="444444"/>
                          </a:solidFill>
                          <a:latin typeface="Roboto Mono"/>
                          <a:ea typeface="Roboto Mono"/>
                          <a:cs typeface="Roboto Mono"/>
                          <a:sym typeface="Roboto Mono"/>
                        </a:rPr>
                        <a:t>, </a:t>
                      </a:r>
                      <a:r>
                        <a:rPr lang="es-419" sz="1200">
                          <a:solidFill>
                            <a:srgbClr val="A61C00"/>
                          </a:solidFill>
                          <a:latin typeface="Roboto Mono"/>
                          <a:ea typeface="Roboto Mono"/>
                          <a:cs typeface="Roboto Mono"/>
                          <a:sym typeface="Roboto Mono"/>
                        </a:rPr>
                        <a:t>2021</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200">
                          <a:solidFill>
                            <a:srgbClr val="444444"/>
                          </a:solidFill>
                          <a:latin typeface="Roboto Mono"/>
                          <a:ea typeface="Roboto Mono"/>
                          <a:cs typeface="Roboto Mono"/>
                          <a:sym typeface="Roboto Mono"/>
                        </a:rPr>
                        <a:t>type</a:t>
                      </a:r>
                      <a:r>
                        <a:rPr lang="es-419" sz="1200">
                          <a:solidFill>
                            <a:srgbClr val="444444"/>
                          </a:solidFill>
                          <a:latin typeface="Roboto Mono"/>
                          <a:ea typeface="Roboto Mono"/>
                          <a:cs typeface="Roboto Mono"/>
                          <a:sym typeface="Roboto Mono"/>
                        </a:rPr>
                        <a:t>(tupla_ej)</a:t>
                      </a:r>
                      <a:endParaRPr sz="1200">
                        <a:solidFill>
                          <a:srgbClr val="444444"/>
                        </a:solidFill>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35" name="Google Shape;235;p37"/>
          <p:cNvGraphicFramePr/>
          <p:nvPr/>
        </p:nvGraphicFramePr>
        <p:xfrm>
          <a:off x="355000" y="223792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200">
                          <a:solidFill>
                            <a:srgbClr val="444444"/>
                          </a:solidFill>
                          <a:latin typeface="Roboto Mono"/>
                          <a:ea typeface="Roboto Mono"/>
                          <a:cs typeface="Roboto Mono"/>
                          <a:sym typeface="Roboto Mono"/>
                        </a:rPr>
                        <a:t>tuple</a:t>
                      </a:r>
                      <a:endParaRPr sz="1200">
                        <a:solidFill>
                          <a:srgbClr val="444444"/>
                        </a:solidFill>
                        <a:latin typeface="Roboto Mono"/>
                        <a:ea typeface="Roboto Mono"/>
                        <a:cs typeface="Roboto Mono"/>
                        <a:sym typeface="Roboto Mono"/>
                      </a:endParaRPr>
                    </a:p>
                  </a:txBody>
                  <a:tcPr marT="63500" marB="63500" marR="63500" marL="63500">
                    <a:solidFill>
                      <a:srgbClr val="D9D9D9"/>
                    </a:solidFill>
                  </a:tcPr>
                </a:tc>
              </a:tr>
            </a:tbl>
          </a:graphicData>
        </a:graphic>
      </p:graphicFrame>
      <p:graphicFrame>
        <p:nvGraphicFramePr>
          <p:cNvPr id="236" name="Google Shape;236;p37"/>
          <p:cNvGraphicFramePr/>
          <p:nvPr/>
        </p:nvGraphicFramePr>
        <p:xfrm>
          <a:off x="355000" y="322852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200">
                          <a:solidFill>
                            <a:srgbClr val="888888"/>
                          </a:solidFill>
                          <a:latin typeface="Roboto Mono"/>
                          <a:ea typeface="Roboto Mono"/>
                          <a:cs typeface="Roboto Mono"/>
                          <a:sym typeface="Roboto Mono"/>
                        </a:rPr>
                        <a:t># cada valor de la tupla se asigna a month y year respectivamente</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200">
                          <a:solidFill>
                            <a:srgbClr val="444444"/>
                          </a:solidFill>
                          <a:latin typeface="Roboto Mono"/>
                          <a:ea typeface="Roboto Mono"/>
                          <a:cs typeface="Roboto Mono"/>
                          <a:sym typeface="Roboto Mono"/>
                        </a:rPr>
                        <a:t>month, year = tupla_ej</a:t>
                      </a:r>
                      <a:endParaRPr sz="1200">
                        <a:solidFill>
                          <a:srgbClr val="888888"/>
                        </a:solidFill>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37" name="Google Shape;237;p37"/>
          <p:cNvGraphicFramePr/>
          <p:nvPr/>
        </p:nvGraphicFramePr>
        <p:xfrm>
          <a:off x="355000" y="383812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lang="es-419" sz="1200">
                          <a:solidFill>
                            <a:srgbClr val="888888"/>
                          </a:solidFill>
                          <a:latin typeface="Roboto Mono"/>
                          <a:ea typeface="Roboto Mono"/>
                          <a:cs typeface="Roboto Mono"/>
                          <a:sym typeface="Roboto Mono"/>
                        </a:rPr>
                        <a:t># este es una manera alternativa de hacerlo</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month, year = </a:t>
                      </a:r>
                      <a:r>
                        <a:rPr b="1" lang="es-419" sz="1200">
                          <a:solidFill>
                            <a:srgbClr val="A61C00"/>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Abril</a:t>
                      </a:r>
                      <a:r>
                        <a:rPr b="1" lang="es-419" sz="1200">
                          <a:solidFill>
                            <a:srgbClr val="A61C00"/>
                          </a:solidFill>
                          <a:latin typeface="Roboto Mono"/>
                          <a:ea typeface="Roboto Mono"/>
                          <a:cs typeface="Roboto Mono"/>
                          <a:sym typeface="Roboto Mono"/>
                        </a:rPr>
                        <a:t>"</a:t>
                      </a:r>
                      <a:r>
                        <a:rPr lang="es-419" sz="1200">
                          <a:solidFill>
                            <a:srgbClr val="444444"/>
                          </a:solidFill>
                          <a:latin typeface="Roboto Mono"/>
                          <a:ea typeface="Roboto Mono"/>
                          <a:cs typeface="Roboto Mono"/>
                          <a:sym typeface="Roboto Mono"/>
                        </a:rPr>
                        <a:t>, 2021</a:t>
                      </a:r>
                      <a:endParaRPr sz="1200">
                        <a:solidFill>
                          <a:srgbClr val="888888"/>
                        </a:solidFill>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Sets</a:t>
            </a:r>
            <a:endParaRPr/>
          </a:p>
        </p:txBody>
      </p:sp>
      <p:sp>
        <p:nvSpPr>
          <p:cNvPr id="243" name="Google Shape;243;p38"/>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Este tipo de estructura suele ser bastante útil en </a:t>
            </a:r>
            <a:r>
              <a:rPr b="1" lang="es-419"/>
              <a:t>análisis de texto</a:t>
            </a:r>
            <a:r>
              <a:rPr lang="es-419"/>
              <a:t>, para conocer las palabras únicas que existen en él.</a:t>
            </a:r>
            <a:endParaRPr/>
          </a:p>
        </p:txBody>
      </p:sp>
      <p:sp>
        <p:nvSpPr>
          <p:cNvPr id="244" name="Google Shape;244;p38"/>
          <p:cNvSpPr txBox="1"/>
          <p:nvPr>
            <p:ph idx="2" type="title"/>
          </p:nvPr>
        </p:nvSpPr>
        <p:spPr>
          <a:xfrm>
            <a:off x="277050" y="709825"/>
            <a:ext cx="8563800" cy="58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Permite trabajar similar a lo que es la teoría de conjuntos. </a:t>
            </a:r>
            <a:endParaRPr/>
          </a:p>
          <a:p>
            <a:pPr indent="0" lvl="0" marL="0" rtl="0" algn="l">
              <a:spcBef>
                <a:spcPts val="0"/>
              </a:spcBef>
              <a:spcAft>
                <a:spcPts val="0"/>
              </a:spcAft>
              <a:buNone/>
            </a:pPr>
            <a:r>
              <a:rPr b="0" lang="es-419" sz="1244"/>
              <a:t>No permite valores duplicados, por lo que si se necesita conocer sólo valores únicos, esta es la estructura de datos a utilizar.</a:t>
            </a:r>
            <a:endParaRPr b="0" sz="1244"/>
          </a:p>
        </p:txBody>
      </p:sp>
      <p:graphicFrame>
        <p:nvGraphicFramePr>
          <p:cNvPr id="245" name="Google Shape;245;p38"/>
          <p:cNvGraphicFramePr/>
          <p:nvPr/>
        </p:nvGraphicFramePr>
        <p:xfrm>
          <a:off x="1251225" y="2141800"/>
          <a:ext cx="3000000" cy="3000000"/>
        </p:xfrm>
        <a:graphic>
          <a:graphicData uri="http://schemas.openxmlformats.org/drawingml/2006/table">
            <a:tbl>
              <a:tblPr>
                <a:noFill/>
                <a:tableStyleId>{D5D6B4DA-08DD-4EB9-B235-A0AC72D00117}</a:tableStyleId>
              </a:tblPr>
              <a:tblGrid>
                <a:gridCol w="6693350"/>
              </a:tblGrid>
              <a:tr h="12700">
                <a:tc>
                  <a:txBody>
                    <a:bodyPr/>
                    <a:lstStyle/>
                    <a:p>
                      <a:pPr indent="0" lvl="0" marL="0" rtl="0" algn="l">
                        <a:lnSpc>
                          <a:spcPct val="115000"/>
                        </a:lnSpc>
                        <a:spcBef>
                          <a:spcPts val="0"/>
                        </a:spcBef>
                        <a:spcAft>
                          <a:spcPts val="0"/>
                        </a:spcAft>
                        <a:buNone/>
                      </a:pPr>
                      <a:r>
                        <a:rPr lang="es-419" sz="1100">
                          <a:solidFill>
                            <a:srgbClr val="888888"/>
                          </a:solidFill>
                          <a:latin typeface="Roboto Mono"/>
                          <a:ea typeface="Roboto Mono"/>
                          <a:cs typeface="Roboto Mono"/>
                          <a:sym typeface="Roboto Mono"/>
                        </a:rPr>
                        <a:t># definición de un set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888888"/>
                          </a:solidFill>
                          <a:latin typeface="Roboto Mono"/>
                          <a:ea typeface="Roboto Mono"/>
                          <a:cs typeface="Roboto Mono"/>
                          <a:sym typeface="Roboto Mono"/>
                        </a:rPr>
                        <a:t># se pueden ver que existen valores repetidos</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444444"/>
                          </a:solidFill>
                          <a:latin typeface="Roboto Mono"/>
                          <a:ea typeface="Roboto Mono"/>
                          <a:cs typeface="Roboto Mono"/>
                          <a:sym typeface="Roboto Mono"/>
                        </a:rPr>
                        <a:t>muchos_animales = </a:t>
                      </a:r>
                      <a:r>
                        <a:rPr lang="es-419" sz="1100">
                          <a:latin typeface="Roboto Mono"/>
                          <a:ea typeface="Roboto Mono"/>
                          <a:cs typeface="Roboto Mono"/>
                          <a:sym typeface="Roboto Mono"/>
                        </a:rPr>
                        <a:t>{</a:t>
                      </a:r>
                      <a:r>
                        <a:rPr lang="es-419" sz="1100">
                          <a:solidFill>
                            <a:srgbClr val="A61C00"/>
                          </a:solidFill>
                          <a:latin typeface="Roboto Mono"/>
                          <a:ea typeface="Roboto Mono"/>
                          <a:cs typeface="Roboto Mono"/>
                          <a:sym typeface="Roboto Mono"/>
                        </a:rPr>
                        <a:t>'Gato'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'Perro'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'Tortuga'</a:t>
                      </a:r>
                      <a:r>
                        <a:rPr lang="es-419"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'Gato'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'Perro'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'Tortuga'</a:t>
                      </a:r>
                      <a:r>
                        <a:rPr lang="es-419"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'Gato'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'Perro'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'Tortuga'</a:t>
                      </a:r>
                      <a:r>
                        <a:rPr lang="es-419"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'Gato'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'Perro'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'Tortuga'</a:t>
                      </a:r>
                      <a:r>
                        <a:rPr lang="es-419"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'Hurón'</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'Hamster'</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'Erizo</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de</a:t>
                      </a:r>
                      <a:r>
                        <a:rPr lang="es-419" sz="1100">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Tierra'</a:t>
                      </a:r>
                      <a:r>
                        <a:rPr lang="es-419" sz="1100">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46" name="Google Shape;246;p38"/>
          <p:cNvGraphicFramePr/>
          <p:nvPr/>
        </p:nvGraphicFramePr>
        <p:xfrm>
          <a:off x="1251225" y="3742000"/>
          <a:ext cx="3000000" cy="3000000"/>
        </p:xfrm>
        <a:graphic>
          <a:graphicData uri="http://schemas.openxmlformats.org/drawingml/2006/table">
            <a:tbl>
              <a:tblPr>
                <a:noFill/>
                <a:tableStyleId>{D5D6B4DA-08DD-4EB9-B235-A0AC72D00117}</a:tableStyleId>
              </a:tblPr>
              <a:tblGrid>
                <a:gridCol w="669335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100">
                          <a:solidFill>
                            <a:srgbClr val="888888"/>
                          </a:solidFill>
                          <a:latin typeface="Roboto Mono"/>
                          <a:ea typeface="Roboto Mono"/>
                          <a:cs typeface="Roboto Mono"/>
                          <a:sym typeface="Roboto Mono"/>
                        </a:rPr>
                        <a:t># no hay duplicados, sólo valores únicos</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(muchos_animales)</a:t>
                      </a:r>
                      <a:endParaRPr sz="1100">
                        <a:solidFill>
                          <a:srgbClr val="888888"/>
                        </a:solidFill>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47" name="Google Shape;247;p38"/>
          <p:cNvGraphicFramePr/>
          <p:nvPr/>
        </p:nvGraphicFramePr>
        <p:xfrm>
          <a:off x="1585638" y="4389700"/>
          <a:ext cx="3000000" cy="3000000"/>
        </p:xfrm>
        <a:graphic>
          <a:graphicData uri="http://schemas.openxmlformats.org/drawingml/2006/table">
            <a:tbl>
              <a:tblPr>
                <a:noFill/>
                <a:tableStyleId>{D5D6B4DA-08DD-4EB9-B235-A0AC72D00117}</a:tableStyleId>
              </a:tblPr>
              <a:tblGrid>
                <a:gridCol w="5946625"/>
              </a:tblGrid>
              <a:tr h="12700">
                <a:tc>
                  <a:txBody>
                    <a:bodyPr/>
                    <a:lstStyle/>
                    <a:p>
                      <a:pPr indent="0" lvl="0" marL="0" rtl="0" algn="l">
                        <a:lnSpc>
                          <a:spcPct val="115000"/>
                        </a:lnSpc>
                        <a:spcBef>
                          <a:spcPts val="0"/>
                        </a:spcBef>
                        <a:spcAft>
                          <a:spcPts val="0"/>
                        </a:spcAft>
                        <a:buNone/>
                      </a:pPr>
                      <a:r>
                        <a:rPr lang="es-419" sz="1100">
                          <a:solidFill>
                            <a:srgbClr val="444444"/>
                          </a:solidFill>
                          <a:latin typeface="Roboto Mono"/>
                          <a:ea typeface="Roboto Mono"/>
                          <a:cs typeface="Roboto Mono"/>
                          <a:sym typeface="Roboto Mono"/>
                        </a:rPr>
                        <a:t>{'Erizo de Tierra', 'Gato', 'Hamster', 'Hurón', 'Perro', 'Tortuga'}</a:t>
                      </a:r>
                      <a:endParaRPr sz="1100">
                        <a:solidFill>
                          <a:srgbClr val="888888"/>
                        </a:solidFill>
                        <a:latin typeface="Roboto Mono"/>
                        <a:ea typeface="Roboto Mono"/>
                        <a:cs typeface="Roboto Mono"/>
                        <a:sym typeface="Roboto Mono"/>
                      </a:endParaRPr>
                    </a:p>
                  </a:txBody>
                  <a:tcPr marT="63500" marB="63500" marR="63500" marL="63500">
                    <a:solidFill>
                      <a:srgbClr val="D9D9D9"/>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Diccionarios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¿Qué son?</a:t>
            </a:r>
            <a:endParaRPr/>
          </a:p>
        </p:txBody>
      </p:sp>
      <p:sp>
        <p:nvSpPr>
          <p:cNvPr id="258" name="Google Shape;258;p40"/>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a:t>Estructura de datos compuesta por pares de </a:t>
            </a:r>
            <a:r>
              <a:rPr b="1" lang="es-419">
                <a:latin typeface="Roboto Mono"/>
                <a:ea typeface="Roboto Mono"/>
                <a:cs typeface="Roboto Mono"/>
                <a:sym typeface="Roboto Mono"/>
              </a:rPr>
              <a:t>clave:valor</a:t>
            </a:r>
            <a:r>
              <a:rPr lang="es-419"/>
              <a:t>, donde:</a:t>
            </a:r>
            <a:endParaRPr/>
          </a:p>
          <a:p>
            <a:pPr indent="-330200" lvl="1" marL="914400" rtl="0" algn="l">
              <a:spcBef>
                <a:spcPts val="0"/>
              </a:spcBef>
              <a:spcAft>
                <a:spcPts val="0"/>
              </a:spcAft>
              <a:buSzPts val="1600"/>
              <a:buChar char="○"/>
            </a:pPr>
            <a:r>
              <a:rPr lang="es-419"/>
              <a:t>Cada clave se asocia con un elemento del diccionario</a:t>
            </a:r>
            <a:endParaRPr/>
          </a:p>
          <a:p>
            <a:pPr indent="-330200" lvl="1" marL="914400" rtl="0" algn="l">
              <a:spcBef>
                <a:spcPts val="0"/>
              </a:spcBef>
              <a:spcAft>
                <a:spcPts val="0"/>
              </a:spcAft>
              <a:buSzPts val="1600"/>
              <a:buChar char="○"/>
            </a:pPr>
            <a:r>
              <a:rPr lang="es-419"/>
              <a:t>Como toda estructura de datos, permiten almacenar una gran cantidad de datos en una sola variable.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Reciben este nombre porque se leen igual que uno de la vida real, ya que en un diccionario buscamos una palabra y esta nos lleva a la definición: </a:t>
            </a:r>
            <a:endParaRPr/>
          </a:p>
          <a:p>
            <a:pPr indent="-330200" lvl="0" marL="457200" rtl="0" algn="l">
              <a:spcBef>
                <a:spcPts val="0"/>
              </a:spcBef>
              <a:spcAft>
                <a:spcPts val="0"/>
              </a:spcAft>
              <a:buSzPts val="1600"/>
              <a:buChar char="●"/>
            </a:pPr>
            <a:r>
              <a:rPr lang="es-419"/>
              <a:t>La </a:t>
            </a:r>
            <a:r>
              <a:rPr b="1" lang="es-419"/>
              <a:t>clave</a:t>
            </a:r>
            <a:r>
              <a:rPr lang="es-419"/>
              <a:t> es equivalente a la </a:t>
            </a:r>
            <a:r>
              <a:rPr b="1" lang="es-419"/>
              <a:t>palabra</a:t>
            </a:r>
            <a:endParaRPr/>
          </a:p>
          <a:p>
            <a:pPr indent="-330200" lvl="0" marL="457200" rtl="0" algn="l">
              <a:spcBef>
                <a:spcPts val="0"/>
              </a:spcBef>
              <a:spcAft>
                <a:spcPts val="0"/>
              </a:spcAft>
              <a:buSzPts val="1600"/>
              <a:buChar char="●"/>
            </a:pPr>
            <a:r>
              <a:rPr lang="es-419"/>
              <a:t>El </a:t>
            </a:r>
            <a:r>
              <a:rPr b="1" lang="es-419"/>
              <a:t>valor</a:t>
            </a:r>
            <a:r>
              <a:rPr lang="es-419"/>
              <a:t> es equivalente a su </a:t>
            </a:r>
            <a:r>
              <a:rPr b="1" lang="es-419"/>
              <a:t>definición</a:t>
            </a:r>
            <a:endParaRPr/>
          </a:p>
        </p:txBody>
      </p:sp>
      <p:sp>
        <p:nvSpPr>
          <p:cNvPr id="259" name="Google Shape;259;p40"/>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Listas vs Diccionarios</a:t>
            </a:r>
            <a:endParaRPr/>
          </a:p>
        </p:txBody>
      </p:sp>
      <p:sp>
        <p:nvSpPr>
          <p:cNvPr id="265" name="Google Shape;265;p41"/>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acceder a los elementos de una lista, se hace a través de la posición o el índice asociado al elemento, mientras que en un diccionario, se hace por medio de la clave (o llave).</a:t>
            </a:r>
            <a:endParaRPr/>
          </a:p>
        </p:txBody>
      </p:sp>
      <p:sp>
        <p:nvSpPr>
          <p:cNvPr id="266" name="Google Shape;266;p41"/>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67" name="Google Shape;267;p41"/>
          <p:cNvPicPr preferRelativeResize="0"/>
          <p:nvPr/>
        </p:nvPicPr>
        <p:blipFill>
          <a:blip r:embed="rId3">
            <a:alphaModFix/>
          </a:blip>
          <a:stretch>
            <a:fillRect/>
          </a:stretch>
        </p:blipFill>
        <p:spPr>
          <a:xfrm>
            <a:off x="5467850" y="1694475"/>
            <a:ext cx="1476850" cy="1476850"/>
          </a:xfrm>
          <a:prstGeom prst="rect">
            <a:avLst/>
          </a:prstGeom>
          <a:noFill/>
          <a:ln>
            <a:noFill/>
          </a:ln>
        </p:spPr>
      </p:pic>
      <p:pic>
        <p:nvPicPr>
          <p:cNvPr id="268" name="Google Shape;268;p41"/>
          <p:cNvPicPr preferRelativeResize="0"/>
          <p:nvPr/>
        </p:nvPicPr>
        <p:blipFill>
          <a:blip r:embed="rId4">
            <a:alphaModFix/>
          </a:blip>
          <a:stretch>
            <a:fillRect/>
          </a:stretch>
        </p:blipFill>
        <p:spPr>
          <a:xfrm>
            <a:off x="6362500" y="2194175"/>
            <a:ext cx="1664600" cy="1664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Listas vs Diccionarios</a:t>
            </a:r>
            <a:endParaRPr/>
          </a:p>
        </p:txBody>
      </p:sp>
      <p:sp>
        <p:nvSpPr>
          <p:cNvPr id="274" name="Google Shape;274;p42"/>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una lista, los índices se generan automáticamente para cada elemento, mientras que las claves de un diccionario no se generan automáticamente, sino que son definidas explícitamente al crear el diccionario o al asignar un nuevo elemento a la estructura.</a:t>
            </a:r>
            <a:endParaRPr/>
          </a:p>
        </p:txBody>
      </p:sp>
      <p:sp>
        <p:nvSpPr>
          <p:cNvPr id="275" name="Google Shape;275;p42"/>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76" name="Google Shape;276;p42"/>
          <p:cNvPicPr preferRelativeResize="0"/>
          <p:nvPr/>
        </p:nvPicPr>
        <p:blipFill>
          <a:blip r:embed="rId3">
            <a:alphaModFix/>
          </a:blip>
          <a:stretch>
            <a:fillRect/>
          </a:stretch>
        </p:blipFill>
        <p:spPr>
          <a:xfrm>
            <a:off x="5467850" y="1694475"/>
            <a:ext cx="1476850" cy="1476850"/>
          </a:xfrm>
          <a:prstGeom prst="rect">
            <a:avLst/>
          </a:prstGeom>
          <a:noFill/>
          <a:ln>
            <a:noFill/>
          </a:ln>
        </p:spPr>
      </p:pic>
      <p:pic>
        <p:nvPicPr>
          <p:cNvPr id="277" name="Google Shape;277;p42"/>
          <p:cNvPicPr preferRelativeResize="0"/>
          <p:nvPr/>
        </p:nvPicPr>
        <p:blipFill>
          <a:blip r:embed="rId4">
            <a:alphaModFix/>
          </a:blip>
          <a:stretch>
            <a:fillRect/>
          </a:stretch>
        </p:blipFill>
        <p:spPr>
          <a:xfrm>
            <a:off x="6363875" y="2194175"/>
            <a:ext cx="1664600" cy="1664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Listas vs Diccionarios</a:t>
            </a:r>
            <a:endParaRPr/>
          </a:p>
        </p:txBody>
      </p:sp>
      <p:sp>
        <p:nvSpPr>
          <p:cNvPr id="283" name="Google Shape;283;p43"/>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lista es un elemento ordenado donde el orden lo entrega el índice, en cambio, en un diccionario es un elemento no ordenado, no hay un elemento que va primero, segundo o último. La única manera de acceder a dicho elemento es mediante su clave.</a:t>
            </a:r>
            <a:endParaRPr/>
          </a:p>
        </p:txBody>
      </p:sp>
      <p:sp>
        <p:nvSpPr>
          <p:cNvPr id="284" name="Google Shape;284;p43"/>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85" name="Google Shape;285;p43"/>
          <p:cNvPicPr preferRelativeResize="0"/>
          <p:nvPr/>
        </p:nvPicPr>
        <p:blipFill>
          <a:blip r:embed="rId3">
            <a:alphaModFix/>
          </a:blip>
          <a:stretch>
            <a:fillRect/>
          </a:stretch>
        </p:blipFill>
        <p:spPr>
          <a:xfrm>
            <a:off x="5467850" y="1694475"/>
            <a:ext cx="1476850" cy="1476850"/>
          </a:xfrm>
          <a:prstGeom prst="rect">
            <a:avLst/>
          </a:prstGeom>
          <a:noFill/>
          <a:ln>
            <a:noFill/>
          </a:ln>
        </p:spPr>
      </p:pic>
      <p:pic>
        <p:nvPicPr>
          <p:cNvPr id="286" name="Google Shape;286;p43"/>
          <p:cNvPicPr preferRelativeResize="0"/>
          <p:nvPr/>
        </p:nvPicPr>
        <p:blipFill>
          <a:blip r:embed="rId4">
            <a:alphaModFix/>
          </a:blip>
          <a:stretch>
            <a:fillRect/>
          </a:stretch>
        </p:blipFill>
        <p:spPr>
          <a:xfrm>
            <a:off x="6370772" y="2194175"/>
            <a:ext cx="1664600" cy="166462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Listas vs Diccionarios</a:t>
            </a:r>
            <a:endParaRPr/>
          </a:p>
        </p:txBody>
      </p:sp>
      <p:sp>
        <p:nvSpPr>
          <p:cNvPr id="292" name="Google Shape;292;p44"/>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claves del diccionario pueden ser un string, un número, o incluso un booleano, pero con frecuencia se utilizan los strings.</a:t>
            </a:r>
            <a:endParaRPr/>
          </a:p>
        </p:txBody>
      </p:sp>
      <p:sp>
        <p:nvSpPr>
          <p:cNvPr id="293" name="Google Shape;293;p44"/>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94" name="Google Shape;294;p44"/>
          <p:cNvPicPr preferRelativeResize="0"/>
          <p:nvPr/>
        </p:nvPicPr>
        <p:blipFill>
          <a:blip r:embed="rId3">
            <a:alphaModFix/>
          </a:blip>
          <a:stretch>
            <a:fillRect/>
          </a:stretch>
        </p:blipFill>
        <p:spPr>
          <a:xfrm>
            <a:off x="5467850" y="1694475"/>
            <a:ext cx="1476850" cy="1476850"/>
          </a:xfrm>
          <a:prstGeom prst="rect">
            <a:avLst/>
          </a:prstGeom>
          <a:noFill/>
          <a:ln>
            <a:noFill/>
          </a:ln>
        </p:spPr>
      </p:pic>
      <p:pic>
        <p:nvPicPr>
          <p:cNvPr id="295" name="Google Shape;295;p44"/>
          <p:cNvPicPr preferRelativeResize="0"/>
          <p:nvPr/>
        </p:nvPicPr>
        <p:blipFill>
          <a:blip r:embed="rId4">
            <a:alphaModFix/>
          </a:blip>
          <a:stretch>
            <a:fillRect/>
          </a:stretch>
        </p:blipFill>
        <p:spPr>
          <a:xfrm>
            <a:off x="6370775" y="2194175"/>
            <a:ext cx="1664600" cy="1664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Listas vs Diccionarios</a:t>
            </a:r>
            <a:endParaRPr/>
          </a:p>
        </p:txBody>
      </p:sp>
      <p:sp>
        <p:nvSpPr>
          <p:cNvPr id="301" name="Google Shape;301;p45"/>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302" name="Google Shape;302;p45"/>
          <p:cNvGraphicFramePr/>
          <p:nvPr/>
        </p:nvGraphicFramePr>
        <p:xfrm>
          <a:off x="277050" y="1429575"/>
          <a:ext cx="3000000" cy="3000000"/>
        </p:xfrm>
        <a:graphic>
          <a:graphicData uri="http://schemas.openxmlformats.org/drawingml/2006/table">
            <a:tbl>
              <a:tblPr>
                <a:noFill/>
                <a:tableStyleId>{D5D6B4DA-08DD-4EB9-B235-A0AC72D00117}</a:tableStyleId>
              </a:tblPr>
              <a:tblGrid>
                <a:gridCol w="8563800"/>
              </a:tblGrid>
              <a:tr h="12700">
                <a:tc>
                  <a:txBody>
                    <a:bodyPr/>
                    <a:lstStyle/>
                    <a:p>
                      <a:pPr indent="0" lvl="0" marL="0" rtl="0" algn="l">
                        <a:lnSpc>
                          <a:spcPct val="115000"/>
                        </a:lnSpc>
                        <a:spcBef>
                          <a:spcPts val="0"/>
                        </a:spcBef>
                        <a:spcAft>
                          <a:spcPts val="0"/>
                        </a:spcAft>
                        <a:buNone/>
                      </a:pPr>
                      <a:r>
                        <a:rPr lang="es-419" sz="1000">
                          <a:solidFill>
                            <a:srgbClr val="888888"/>
                          </a:solidFill>
                          <a:latin typeface="Roboto Mono"/>
                          <a:ea typeface="Roboto Mono"/>
                          <a:cs typeface="Roboto Mono"/>
                          <a:sym typeface="Roboto Mono"/>
                        </a:rPr>
                        <a:t># En una lista usamos la posición para acceder a un elemento, y los índices se generan en forma implícita</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lista = [</a:t>
                      </a:r>
                      <a:r>
                        <a:rPr lang="es-419" sz="1200">
                          <a:solidFill>
                            <a:srgbClr val="880000"/>
                          </a:solidFill>
                          <a:latin typeface="Roboto Mono"/>
                          <a:ea typeface="Roboto Mono"/>
                          <a:cs typeface="Roboto Mono"/>
                          <a:sym typeface="Roboto Mono"/>
                        </a:rPr>
                        <a:t>25</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31</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"hola"</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lista[</a:t>
                      </a:r>
                      <a:r>
                        <a:rPr lang="es-419" sz="1200">
                          <a:solidFill>
                            <a:srgbClr val="880000"/>
                          </a:solidFill>
                          <a:latin typeface="Roboto Mono"/>
                          <a:ea typeface="Roboto Mono"/>
                          <a:cs typeface="Roboto Mono"/>
                          <a:sym typeface="Roboto Mono"/>
                        </a:rPr>
                        <a:t>2</a:t>
                      </a:r>
                      <a:r>
                        <a:rPr lang="es-419" sz="1200">
                          <a:solidFill>
                            <a:srgbClr val="444444"/>
                          </a:solidFill>
                          <a:latin typeface="Roboto Mono"/>
                          <a:ea typeface="Roboto Mono"/>
                          <a:cs typeface="Roboto Mono"/>
                          <a:sym typeface="Roboto Mono"/>
                        </a:rPr>
                        <a:t>] </a:t>
                      </a:r>
                      <a:r>
                        <a:rPr lang="es-419" sz="1200">
                          <a:solidFill>
                            <a:srgbClr val="888888"/>
                          </a:solidFill>
                          <a:latin typeface="Roboto Mono"/>
                          <a:ea typeface="Roboto Mono"/>
                          <a:cs typeface="Roboto Mono"/>
                          <a:sym typeface="Roboto Mono"/>
                        </a:rPr>
                        <a:t># "hola"</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000">
                          <a:solidFill>
                            <a:srgbClr val="888888"/>
                          </a:solidFill>
                          <a:latin typeface="Roboto Mono"/>
                          <a:ea typeface="Roboto Mono"/>
                          <a:cs typeface="Roboto Mono"/>
                          <a:sym typeface="Roboto Mono"/>
                        </a:rPr>
                        <a:t># En un diccionario usamos la clave, y se deben definir de forma explícita</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diccionario = {</a:t>
                      </a:r>
                      <a:r>
                        <a:rPr lang="es-419" sz="1200">
                          <a:solidFill>
                            <a:srgbClr val="880000"/>
                          </a:solidFill>
                          <a:latin typeface="Roboto Mono"/>
                          <a:ea typeface="Roboto Mono"/>
                          <a:cs typeface="Roboto Mono"/>
                          <a:sym typeface="Roboto Mono"/>
                        </a:rPr>
                        <a:t>"a"</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25</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"b"</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31</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"c"</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"hola"</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diccionario[</a:t>
                      </a:r>
                      <a:r>
                        <a:rPr lang="es-419" sz="1200">
                          <a:solidFill>
                            <a:srgbClr val="880000"/>
                          </a:solidFill>
                          <a:latin typeface="Roboto Mono"/>
                          <a:ea typeface="Roboto Mono"/>
                          <a:cs typeface="Roboto Mono"/>
                          <a:sym typeface="Roboto Mono"/>
                        </a:rPr>
                        <a:t>"c"</a:t>
                      </a:r>
                      <a:r>
                        <a:rPr lang="es-419" sz="1200">
                          <a:solidFill>
                            <a:srgbClr val="444444"/>
                          </a:solidFill>
                          <a:latin typeface="Roboto Mono"/>
                          <a:ea typeface="Roboto Mono"/>
                          <a:cs typeface="Roboto Mono"/>
                          <a:sym typeface="Roboto Mono"/>
                        </a:rPr>
                        <a:t>] </a:t>
                      </a:r>
                      <a:r>
                        <a:rPr lang="es-419" sz="1200">
                          <a:solidFill>
                            <a:srgbClr val="888888"/>
                          </a:solidFill>
                          <a:latin typeface="Roboto Mono"/>
                          <a:ea typeface="Roboto Mono"/>
                          <a:cs typeface="Roboto Mono"/>
                          <a:sym typeface="Roboto Mono"/>
                        </a:rPr>
                        <a:t># "hola"</a:t>
                      </a:r>
                      <a:endParaRPr sz="1200">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Crear un diccionario</a:t>
            </a:r>
            <a:endParaRPr/>
          </a:p>
        </p:txBody>
      </p:sp>
      <p:sp>
        <p:nvSpPr>
          <p:cNvPr id="308" name="Google Shape;308;p46"/>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En Python, un diccionario (vacío) se define con llaves: {}. Cada par de clave y valor se asocia mediante :, en la forma clave: valor.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Si al momento de definir un diccionario tenemos muchas llaves, podemos definirlo en múltiples líneas para facilitar la lectura de código.</a:t>
            </a:r>
            <a:endParaRPr/>
          </a:p>
        </p:txBody>
      </p:sp>
      <p:sp>
        <p:nvSpPr>
          <p:cNvPr id="309" name="Google Shape;309;p46"/>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310" name="Google Shape;310;p46"/>
          <p:cNvGraphicFramePr/>
          <p:nvPr/>
        </p:nvGraphicFramePr>
        <p:xfrm>
          <a:off x="355050" y="211537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200">
                          <a:solidFill>
                            <a:srgbClr val="444444"/>
                          </a:solidFill>
                          <a:latin typeface="Roboto Mono"/>
                          <a:ea typeface="Roboto Mono"/>
                          <a:cs typeface="Roboto Mono"/>
                          <a:sym typeface="Roboto Mono"/>
                        </a:rPr>
                        <a:t>notas = {</a:t>
                      </a:r>
                      <a:r>
                        <a:rPr lang="es-419" sz="1200">
                          <a:solidFill>
                            <a:srgbClr val="880000"/>
                          </a:solidFill>
                          <a:latin typeface="Roboto Mono"/>
                          <a:ea typeface="Roboto Mono"/>
                          <a:cs typeface="Roboto Mono"/>
                          <a:sym typeface="Roboto Mono"/>
                        </a:rPr>
                        <a:t>"Camila"</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7</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"Antonio"</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5</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"Felipe"</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6</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"Antonia"</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7</a:t>
                      </a:r>
                      <a:r>
                        <a:rPr lang="es-419" sz="1200">
                          <a:solidFill>
                            <a:srgbClr val="444444"/>
                          </a:solidFill>
                          <a:latin typeface="Roboto Mono"/>
                          <a:ea typeface="Roboto Mono"/>
                          <a:cs typeface="Roboto Mono"/>
                          <a:sym typeface="Roboto Mono"/>
                        </a:rPr>
                        <a:t>}</a:t>
                      </a:r>
                      <a:endParaRPr sz="1200">
                        <a:latin typeface="Roboto Mono"/>
                        <a:ea typeface="Roboto Mono"/>
                        <a:cs typeface="Roboto Mono"/>
                        <a:sym typeface="Roboto Mono"/>
                      </a:endParaRPr>
                    </a:p>
                  </a:txBody>
                  <a:tcPr marT="63500" marB="63500" marR="63500" marL="63500">
                    <a:solidFill>
                      <a:srgbClr val="EFEFEF"/>
                    </a:solidFill>
                  </a:tcPr>
                </a:tc>
              </a:tr>
            </a:tbl>
          </a:graphicData>
        </a:graphic>
      </p:graphicFrame>
      <p:graphicFrame>
        <p:nvGraphicFramePr>
          <p:cNvPr id="311" name="Google Shape;311;p46"/>
          <p:cNvGraphicFramePr/>
          <p:nvPr/>
        </p:nvGraphicFramePr>
        <p:xfrm>
          <a:off x="3624263" y="3268575"/>
          <a:ext cx="3000000" cy="3000000"/>
        </p:xfrm>
        <a:graphic>
          <a:graphicData uri="http://schemas.openxmlformats.org/drawingml/2006/table">
            <a:tbl>
              <a:tblPr>
                <a:noFill/>
                <a:tableStyleId>{D5D6B4DA-08DD-4EB9-B235-A0AC72D00117}</a:tableStyleId>
              </a:tblPr>
              <a:tblGrid>
                <a:gridCol w="1947275"/>
              </a:tblGrid>
              <a:tr h="12700">
                <a:tc>
                  <a:txBody>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notas = {</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"Camila"</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7</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"Antonio"</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5</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"Felipe"</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6</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"Daniela"</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5</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"Vicente"</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7</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a:t>
                      </a:r>
                      <a:endParaRPr sz="1200">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7"/>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Acceder a un elemento</a:t>
            </a:r>
            <a:endParaRPr/>
          </a:p>
        </p:txBody>
      </p:sp>
      <p:sp>
        <p:nvSpPr>
          <p:cNvPr id="317" name="Google Shape;317;p47"/>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accede a un elemento específico utilizando la </a:t>
            </a:r>
            <a:r>
              <a:rPr b="1" lang="es-419"/>
              <a:t>clave</a:t>
            </a:r>
            <a:r>
              <a:rPr lang="es-419"/>
              <a:t> de ese </a:t>
            </a:r>
            <a:r>
              <a:rPr b="1" lang="es-419"/>
              <a:t>valor</a:t>
            </a:r>
            <a:r>
              <a:rPr lang="es-419"/>
              <a:t>, donde necesariamente se debe utilizar la misma clave en la que está almacenado el elemento, sino podríamos recibir un valor no deseado, o incluso tener un error si la clave no existe.</a:t>
            </a:r>
            <a:endParaRPr/>
          </a:p>
        </p:txBody>
      </p:sp>
      <p:sp>
        <p:nvSpPr>
          <p:cNvPr id="318" name="Google Shape;318;p47"/>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dentro de un diccionario</a:t>
            </a:r>
            <a:endParaRPr/>
          </a:p>
        </p:txBody>
      </p:sp>
      <p:graphicFrame>
        <p:nvGraphicFramePr>
          <p:cNvPr id="319" name="Google Shape;319;p47"/>
          <p:cNvGraphicFramePr/>
          <p:nvPr/>
        </p:nvGraphicFramePr>
        <p:xfrm>
          <a:off x="355050" y="249637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notas[</a:t>
                      </a:r>
                      <a:r>
                        <a:rPr lang="es-419" sz="1200">
                          <a:solidFill>
                            <a:srgbClr val="880000"/>
                          </a:solidFill>
                          <a:latin typeface="Roboto Mono"/>
                          <a:ea typeface="Roboto Mono"/>
                          <a:cs typeface="Roboto Mono"/>
                          <a:sym typeface="Roboto Mono"/>
                        </a:rPr>
                        <a:t>"Felipe"</a:t>
                      </a:r>
                      <a:r>
                        <a:rPr lang="es-419" sz="1200">
                          <a:solidFill>
                            <a:srgbClr val="444444"/>
                          </a:solidFill>
                          <a:latin typeface="Roboto Mono"/>
                          <a:ea typeface="Roboto Mono"/>
                          <a:cs typeface="Roboto Mono"/>
                          <a:sym typeface="Roboto Mono"/>
                        </a:rPr>
                        <a:t>] </a:t>
                      </a:r>
                      <a:r>
                        <a:rPr lang="es-419" sz="1200">
                          <a:solidFill>
                            <a:srgbClr val="888888"/>
                          </a:solidFill>
                          <a:latin typeface="Roboto Mono"/>
                          <a:ea typeface="Roboto Mono"/>
                          <a:cs typeface="Roboto Mono"/>
                          <a:sym typeface="Roboto Mono"/>
                        </a:rPr>
                        <a:t># 6</a:t>
                      </a:r>
                      <a:br>
                        <a:rPr lang="es-419" sz="1200">
                          <a:solidFill>
                            <a:srgbClr val="444444"/>
                          </a:solidFill>
                          <a:latin typeface="Roboto Mono"/>
                          <a:ea typeface="Roboto Mono"/>
                          <a:cs typeface="Roboto Mono"/>
                          <a:sym typeface="Roboto Mono"/>
                        </a:rPr>
                      </a:br>
                      <a:r>
                        <a:rPr lang="es-419" sz="1200">
                          <a:solidFill>
                            <a:srgbClr val="444444"/>
                          </a:solidFill>
                          <a:latin typeface="Roboto Mono"/>
                          <a:ea typeface="Roboto Mono"/>
                          <a:cs typeface="Roboto Mono"/>
                          <a:sym typeface="Roboto Mono"/>
                        </a:rPr>
                        <a:t>notas[</a:t>
                      </a:r>
                      <a:r>
                        <a:rPr lang="es-419" sz="1200">
                          <a:solidFill>
                            <a:srgbClr val="880000"/>
                          </a:solidFill>
                          <a:latin typeface="Roboto Mono"/>
                          <a:ea typeface="Roboto Mono"/>
                          <a:cs typeface="Roboto Mono"/>
                          <a:sym typeface="Roboto Mono"/>
                        </a:rPr>
                        <a:t>"felipe"</a:t>
                      </a:r>
                      <a:r>
                        <a:rPr lang="es-419" sz="1200">
                          <a:solidFill>
                            <a:srgbClr val="444444"/>
                          </a:solidFill>
                          <a:latin typeface="Roboto Mono"/>
                          <a:ea typeface="Roboto Mono"/>
                          <a:cs typeface="Roboto Mono"/>
                          <a:sym typeface="Roboto Mono"/>
                        </a:rPr>
                        <a:t>] </a:t>
                      </a:r>
                      <a:r>
                        <a:rPr lang="es-419" sz="1200">
                          <a:solidFill>
                            <a:srgbClr val="888888"/>
                          </a:solidFill>
                          <a:latin typeface="Roboto Mono"/>
                          <a:ea typeface="Roboto Mono"/>
                          <a:cs typeface="Roboto Mono"/>
                          <a:sym typeface="Roboto Mono"/>
                        </a:rPr>
                        <a:t># KeyError: 'felipe'</a:t>
                      </a:r>
                      <a:endParaRPr sz="1200">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8"/>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La clave tiene que ser única</a:t>
            </a:r>
            <a:endParaRPr/>
          </a:p>
        </p:txBody>
      </p:sp>
      <p:sp>
        <p:nvSpPr>
          <p:cNvPr id="325" name="Google Shape;325;p48"/>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En un diccionario, solo puede haber un valor asociado a una clave.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Al usar dos veces la misma clave, Python se quedará con la última que definimos, ignorando completamente la existencia del primer valor.</a:t>
            </a:r>
            <a:endParaRPr/>
          </a:p>
        </p:txBody>
      </p:sp>
      <p:sp>
        <p:nvSpPr>
          <p:cNvPr id="326" name="Google Shape;326;p48"/>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327" name="Google Shape;327;p48"/>
          <p:cNvGraphicFramePr/>
          <p:nvPr/>
        </p:nvGraphicFramePr>
        <p:xfrm>
          <a:off x="355050" y="1962975"/>
          <a:ext cx="3000000" cy="3000000"/>
        </p:xfrm>
        <a:graphic>
          <a:graphicData uri="http://schemas.openxmlformats.org/drawingml/2006/table">
            <a:tbl>
              <a:tblPr>
                <a:noFill/>
                <a:tableStyleId>{D5D6B4DA-08DD-4EB9-B235-A0AC72D00117}</a:tableStyleId>
              </a:tblPr>
              <a:tblGrid>
                <a:gridCol w="8485800"/>
              </a:tblGrid>
              <a:tr h="12700">
                <a:tc>
                  <a:txBody>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duplicados = {</a:t>
                      </a:r>
                      <a:r>
                        <a:rPr lang="es-419" sz="1200">
                          <a:solidFill>
                            <a:srgbClr val="880000"/>
                          </a:solidFill>
                          <a:latin typeface="Roboto Mono"/>
                          <a:ea typeface="Roboto Mono"/>
                          <a:cs typeface="Roboto Mono"/>
                          <a:sym typeface="Roboto Mono"/>
                        </a:rPr>
                        <a:t>"clave"</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1</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"clave"</a:t>
                      </a:r>
                      <a:r>
                        <a:rPr lang="es-419" sz="1200">
                          <a:solidFill>
                            <a:srgbClr val="444444"/>
                          </a:solidFill>
                          <a:latin typeface="Roboto Mono"/>
                          <a:ea typeface="Roboto Mono"/>
                          <a:cs typeface="Roboto Mono"/>
                          <a:sym typeface="Roboto Mono"/>
                        </a:rPr>
                        <a:t>: </a:t>
                      </a:r>
                      <a:r>
                        <a:rPr lang="es-419" sz="1200">
                          <a:solidFill>
                            <a:srgbClr val="880000"/>
                          </a:solidFill>
                          <a:latin typeface="Roboto Mono"/>
                          <a:ea typeface="Roboto Mono"/>
                          <a:cs typeface="Roboto Mono"/>
                          <a:sym typeface="Roboto Mono"/>
                        </a:rPr>
                        <a:t>2</a:t>
                      </a:r>
                      <a:r>
                        <a:rPr lang="es-419" sz="1200">
                          <a:solidFill>
                            <a:srgbClr val="444444"/>
                          </a:solidFill>
                          <a:latin typeface="Roboto Mono"/>
                          <a:ea typeface="Roboto Mono"/>
                          <a:cs typeface="Roboto Mono"/>
                          <a:sym typeface="Roboto Mono"/>
                        </a:rPr>
                        <a:t>}</a:t>
                      </a:r>
                      <a:br>
                        <a:rPr lang="es-419" sz="1200">
                          <a:solidFill>
                            <a:srgbClr val="444444"/>
                          </a:solidFill>
                          <a:latin typeface="Roboto Mono"/>
                          <a:ea typeface="Roboto Mono"/>
                          <a:cs typeface="Roboto Mono"/>
                          <a:sym typeface="Roboto Mono"/>
                        </a:rPr>
                      </a:br>
                      <a:r>
                        <a:rPr b="1" lang="es-419" sz="1200">
                          <a:solidFill>
                            <a:srgbClr val="444444"/>
                          </a:solidFill>
                          <a:latin typeface="Roboto Mono"/>
                          <a:ea typeface="Roboto Mono"/>
                          <a:cs typeface="Roboto Mono"/>
                          <a:sym typeface="Roboto Mono"/>
                        </a:rPr>
                        <a:t>print</a:t>
                      </a:r>
                      <a:r>
                        <a:rPr lang="es-419" sz="1200">
                          <a:solidFill>
                            <a:srgbClr val="444444"/>
                          </a:solidFill>
                          <a:latin typeface="Roboto Mono"/>
                          <a:ea typeface="Roboto Mono"/>
                          <a:cs typeface="Roboto Mono"/>
                          <a:sym typeface="Roboto Mono"/>
                        </a:rPr>
                        <a:t>(duplicados) </a:t>
                      </a:r>
                      <a:r>
                        <a:rPr lang="es-419" sz="1200">
                          <a:solidFill>
                            <a:srgbClr val="888888"/>
                          </a:solidFill>
                          <a:latin typeface="Roboto Mono"/>
                          <a:ea typeface="Roboto Mono"/>
                          <a:cs typeface="Roboto Mono"/>
                          <a:sym typeface="Roboto Mono"/>
                        </a:rPr>
                        <a:t># {"clave": 2}</a:t>
                      </a:r>
                      <a:endParaRPr sz="1200">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9"/>
          <p:cNvSpPr txBox="1"/>
          <p:nvPr>
            <p:ph type="title"/>
          </p:nvPr>
        </p:nvSpPr>
        <p:spPr>
          <a:xfrm>
            <a:off x="275000" y="1204950"/>
            <a:ext cx="49296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¿Qué ventajas tienen las listas frente a los diccionarios? ¿Y los diccionarios frente a las listas?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0"/>
          <p:cNvSpPr txBox="1"/>
          <p:nvPr>
            <p:ph type="title"/>
          </p:nvPr>
        </p:nvSpPr>
        <p:spPr>
          <a:xfrm>
            <a:off x="1419925" y="2481150"/>
            <a:ext cx="6093600" cy="142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es-419"/>
              <a:t>Desafío evaluado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DA">
  <a:themeElements>
    <a:clrScheme name="Simple Light">
      <a:dk1>
        <a:srgbClr val="000000"/>
      </a:dk1>
      <a:lt1>
        <a:srgbClr val="FFFFFF"/>
      </a:lt1>
      <a:dk2>
        <a:srgbClr val="595959"/>
      </a:dk2>
      <a:lt2>
        <a:srgbClr val="EEEEEE"/>
      </a:lt2>
      <a:accent1>
        <a:srgbClr val="DF501D"/>
      </a:accent1>
      <a:accent2>
        <a:srgbClr val="E2A30B"/>
      </a:accent2>
      <a:accent3>
        <a:srgbClr val="009EE3"/>
      </a:accent3>
      <a:accent4>
        <a:srgbClr val="729E2E"/>
      </a:accent4>
      <a:accent5>
        <a:srgbClr val="999999"/>
      </a:accent5>
      <a:accent6>
        <a:srgbClr val="CCDBB5"/>
      </a:accent6>
      <a:hlink>
        <a:srgbClr val="729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